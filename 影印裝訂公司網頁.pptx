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840" r:id="rId4"/>
  </p:sldMasterIdLst>
  <p:notesMasterIdLst>
    <p:notesMasterId r:id="rId11"/>
  </p:notesMasterIdLst>
  <p:handoutMasterIdLst>
    <p:handoutMasterId r:id="rId12"/>
  </p:handoutMasterIdLst>
  <p:sldIdLst>
    <p:sldId id="268" r:id="rId5"/>
    <p:sldId id="271" r:id="rId6"/>
    <p:sldId id="272" r:id="rId7"/>
    <p:sldId id="273" r:id="rId8"/>
    <p:sldId id="274" r:id="rId9"/>
    <p:sldId id="275" r:id="rId10"/>
  </p:sldIdLst>
  <p:sldSz cx="12192000" cy="6858000"/>
  <p:notesSz cx="6858000" cy="9144000"/>
  <p:defaultTextStyle>
    <a:defPPr rtl="0">
      <a:defRPr lang="zh-tw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09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425EA4-0FA9-4863-95C3-1F1583DA647D}" type="doc">
      <dgm:prSet loTypeId="urn:microsoft.com/office/officeart/2016/7/layout/HexagonTimeline" loCatId="process" qsTypeId="urn:microsoft.com/office/officeart/2005/8/quickstyle/simple2" qsCatId="simple" csTypeId="urn:microsoft.com/office/officeart/2005/8/colors/accent1_2" csCatId="accent1" phldr="1"/>
      <dgm:spPr/>
      <dgm:t>
        <a:bodyPr rtlCol="0"/>
        <a:lstStyle/>
        <a:p>
          <a:pPr rtl="0"/>
          <a:endParaRPr lang="en-US"/>
        </a:p>
      </dgm:t>
    </dgm:pt>
    <dgm:pt modelId="{04824BE9-7EB9-4D60-A923-831A54688A00}">
      <dgm:prSet custT="1"/>
      <dgm:spPr/>
      <dgm:t>
        <a:bodyPr rtlCol="0"/>
        <a:lstStyle/>
        <a:p>
          <a:pPr rtl="0"/>
          <a:r>
            <a:rPr lang="en-US" altLang="zh-TW" sz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8~9</a:t>
          </a:r>
        </a:p>
      </dgm:t>
    </dgm:pt>
    <dgm:pt modelId="{865BC876-4901-4EE5-978C-F3D2EF27B880}" type="parTrans" cxnId="{48452138-66C7-4EB0-A00B-2AF5C18D511A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82050E97-EB25-4E05-AA90-0893206E745D}" type="sibTrans" cxnId="{48452138-66C7-4EB0-A00B-2AF5C18D511A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8514A0AB-6D40-440F-BC32-08D2F16CFF4D}">
      <dgm:prSet custT="1"/>
      <dgm:spPr/>
      <dgm:t>
        <a:bodyPr rtlCol="0"/>
        <a:lstStyle/>
        <a:p>
          <a:pPr rtl="0"/>
          <a:r>
            <a:rPr lang="zh-TW" altLang="en-US" sz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發想</a:t>
          </a:r>
          <a:r>
            <a:rPr lang="en-US" altLang="zh-TW" sz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&amp;</a:t>
          </a:r>
          <a:r>
            <a:rPr lang="zh-TW" altLang="en-US" sz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收集圖片及文案</a:t>
          </a:r>
        </a:p>
      </dgm:t>
    </dgm:pt>
    <dgm:pt modelId="{A7F567D4-1435-43A2-BB9C-C9A7DA66A7D9}" type="parTrans" cxnId="{E4290CF1-F7B4-4011-AF4E-51F168AF0071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2CAC6E7E-BFF3-4E0B-9BDD-BF150B36C84C}" type="sibTrans" cxnId="{E4290CF1-F7B4-4011-AF4E-51F168AF0071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3BA82114-8F9E-4377-BA62-33DCE0B8D98F}">
      <dgm:prSet custT="1"/>
      <dgm:spPr/>
      <dgm:t>
        <a:bodyPr rtlCol="0"/>
        <a:lstStyle/>
        <a:p>
          <a:pPr rtl="0"/>
          <a:r>
            <a:rPr lang="en-US" altLang="zh-TW" sz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10~13</a:t>
          </a:r>
        </a:p>
      </dgm:t>
    </dgm:pt>
    <dgm:pt modelId="{33AA2A99-D34B-4A46-8680-9161C8EA8BAA}" type="parTrans" cxnId="{8F578D80-FC33-4A70-86B1-5A96F9A39D06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44DF9787-8079-4857-8099-0C032DF73D59}" type="sibTrans" cxnId="{8F578D80-FC33-4A70-86B1-5A96F9A39D06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1BD5C8B2-719D-4A9B-BAB5-E468758CBBB2}">
      <dgm:prSet custT="1"/>
      <dgm:spPr/>
      <dgm:t>
        <a:bodyPr rtlCol="0"/>
        <a:lstStyle/>
        <a:p>
          <a:pPr rtl="0"/>
          <a:r>
            <a:rPr lang="zh-TW" altLang="en-US" sz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首頁</a:t>
          </a:r>
          <a:endParaRPr lang="en-US" altLang="zh-TW" sz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FDEF5993-0EF6-47D3-A927-F4A1BAC36B55}" type="parTrans" cxnId="{92974222-F1AB-45D4-80D2-2168EF0EC118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A2829CDA-00F5-4735-933D-FEA573E49E97}" type="sibTrans" cxnId="{92974222-F1AB-45D4-80D2-2168EF0EC118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7AE4D198-9DAE-4345-BDFE-6195C436FB8E}">
      <dgm:prSet custT="1"/>
      <dgm:spPr/>
      <dgm:t>
        <a:bodyPr rtlCol="0"/>
        <a:lstStyle/>
        <a:p>
          <a:pPr rtl="0"/>
          <a:r>
            <a:rPr lang="zh-TW" altLang="en-US" sz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項目</a:t>
          </a:r>
          <a:endParaRPr lang="en-US" altLang="zh-TW" sz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06024587-790C-4BA3-A3A8-29FFB785FBA8}" type="parTrans" cxnId="{25D03FB3-4EB1-49FE-BDEA-9397F3FB9186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E4269B33-898F-4057-9C7B-6FD9D7123A3D}" type="sibTrans" cxnId="{25D03FB3-4EB1-49FE-BDEA-9397F3FB9186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0EC7F129-FBEE-41F7-973F-FB36E9042B15}">
      <dgm:prSet custT="1"/>
      <dgm:spPr/>
      <dgm:t>
        <a:bodyPr rtlCol="0"/>
        <a:lstStyle/>
        <a:p>
          <a:pPr rtl="0"/>
          <a:r>
            <a:rPr lang="en-US" altLang="zh-TW" sz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16~19</a:t>
          </a:r>
        </a:p>
      </dgm:t>
    </dgm:pt>
    <dgm:pt modelId="{384C1090-EA9E-4FF9-B477-4CD6DEDBF803}" type="parTrans" cxnId="{F5FFA937-74EC-4583-9A24-695EF69B7EC0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36483FF5-BE1E-4027-9DD4-788569780979}" type="sibTrans" cxnId="{F5FFA937-74EC-4583-9A24-695EF69B7EC0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FD5B69B4-DA22-4999-96BE-329BBE1A9CB9}">
      <dgm:prSet custT="1"/>
      <dgm:spPr/>
      <dgm:t>
        <a:bodyPr rtlCol="0"/>
        <a:lstStyle/>
        <a:p>
          <a:pPr rtl="0"/>
          <a:r>
            <a:rPr lang="zh-TW" altLang="en-US" sz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線上查價</a:t>
          </a:r>
          <a:endParaRPr lang="en-US" altLang="zh-TW" sz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52FCD964-7AF0-4BCA-B26E-5AB157A27B7B}" type="parTrans" cxnId="{9CB988C8-EE23-4CFC-9107-98D114873318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0DB6A175-3261-4CA0-96EB-C3F6B9789EDC}" type="sibTrans" cxnId="{9CB988C8-EE23-4CFC-9107-98D114873318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40C64BFB-BB6D-4785-94A9-1A0D352CD821}">
      <dgm:prSet custT="1"/>
      <dgm:spPr/>
      <dgm:t>
        <a:bodyPr rtlCol="0"/>
        <a:lstStyle/>
        <a:p>
          <a:pPr rtl="0"/>
          <a:r>
            <a:rPr lang="en-US" altLang="zh-TW" sz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20~21</a:t>
          </a:r>
        </a:p>
      </dgm:t>
    </dgm:pt>
    <dgm:pt modelId="{CB8396A8-0977-4BD8-9635-31F689F140F0}" type="parTrans" cxnId="{AB972708-C27B-4B6E-8169-16BC1E7DFE0B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7DD20693-36DC-4A5F-85A1-DE4DD4C4F473}" type="sibTrans" cxnId="{AB972708-C27B-4B6E-8169-16BC1E7DFE0B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23B12B39-4EC6-48CD-8342-86B433559E05}">
      <dgm:prSet custT="1"/>
      <dgm:spPr/>
      <dgm:t>
        <a:bodyPr rtlCol="0"/>
        <a:lstStyle/>
        <a:p>
          <a:pPr rtl="0"/>
          <a:r>
            <a:rPr lang="zh-TW" altLang="en-US" sz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聯絡我們</a:t>
          </a:r>
          <a:r>
            <a:rPr lang="en-US" altLang="zh-TW" sz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+PPT</a:t>
          </a:r>
          <a:r>
            <a:rPr lang="zh-TW" altLang="en-US" sz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製作</a:t>
          </a:r>
          <a:endParaRPr lang="en-US" altLang="zh-TW" sz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97EEE26A-7613-48FB-B988-54C9A0E17640}" type="parTrans" cxnId="{031F5EE6-536F-4EC8-A5BA-33E6FA248CD3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02A4951B-B606-4127-B2DB-BF69F82655CB}" type="sibTrans" cxnId="{031F5EE6-536F-4EC8-A5BA-33E6FA248CD3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E52BE8A1-F1F8-448F-91C3-318DD96FF143}">
      <dgm:prSet custT="1"/>
      <dgm:spPr/>
      <dgm:t>
        <a:bodyPr rtlCol="0"/>
        <a:lstStyle/>
        <a:p>
          <a:pPr rtl="0"/>
          <a:r>
            <a:rPr lang="en-US" altLang="zh-TW" sz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14~15</a:t>
          </a:r>
        </a:p>
      </dgm:t>
    </dgm:pt>
    <dgm:pt modelId="{C30DE328-725B-4943-8ED3-F159E613462D}" type="sibTrans" cxnId="{D3FE041C-E472-4352-8148-EA75B043106C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D0D116B7-7747-479B-9D74-B513864CD302}" type="parTrans" cxnId="{D3FE041C-E472-4352-8148-EA75B043106C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E364E851-BF22-4F9E-B2A1-FF43A56191BF}" type="pres">
      <dgm:prSet presAssocID="{8F425EA4-0FA9-4863-95C3-1F1583DA647D}" presName="Name0" presStyleCnt="0">
        <dgm:presLayoutVars>
          <dgm:chMax/>
          <dgm:chPref/>
          <dgm:animLvl val="lvl"/>
        </dgm:presLayoutVars>
      </dgm:prSet>
      <dgm:spPr/>
    </dgm:pt>
    <dgm:pt modelId="{7DB16D52-F06B-474A-954F-365A162DACDE}" type="pres">
      <dgm:prSet presAssocID="{04824BE9-7EB9-4D60-A923-831A54688A00}" presName="composite" presStyleCnt="0"/>
      <dgm:spPr/>
    </dgm:pt>
    <dgm:pt modelId="{5C18EEFA-291E-4A7C-A68E-CC7E9B6B1AE1}" type="pres">
      <dgm:prSet presAssocID="{04824BE9-7EB9-4D60-A923-831A54688A00}" presName="Parent1" presStyleLbl="alignNode1" presStyleIdx="0" presStyleCnt="5">
        <dgm:presLayoutVars>
          <dgm:chMax val="1"/>
          <dgm:chPref val="1"/>
          <dgm:bulletEnabled val="1"/>
        </dgm:presLayoutVars>
      </dgm:prSet>
      <dgm:spPr/>
    </dgm:pt>
    <dgm:pt modelId="{64FD059F-75BD-4C77-A614-674F56278444}" type="pres">
      <dgm:prSet presAssocID="{04824BE9-7EB9-4D60-A923-831A54688A00}" presName="Childtext1" presStyleLbl="revTx" presStyleIdx="0" presStyleCnt="5">
        <dgm:presLayoutVars>
          <dgm:chMax val="0"/>
          <dgm:chPref val="0"/>
          <dgm:bulletEnabled/>
        </dgm:presLayoutVars>
      </dgm:prSet>
      <dgm:spPr/>
    </dgm:pt>
    <dgm:pt modelId="{7DDCEA5E-661F-44C8-87F1-54566FC89C36}" type="pres">
      <dgm:prSet presAssocID="{04824BE9-7EB9-4D60-A923-831A54688A00}" presName="ConnectLine" presStyleLbl="sibTrans1D1" presStyleIdx="0" presStyleCnt="5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187069CC-1F84-4379-A99A-6EA4134275D5}" type="pres">
      <dgm:prSet presAssocID="{04824BE9-7EB9-4D60-A923-831A54688A00}" presName="ConnectLineEnd" presStyleLbl="node1" presStyleIdx="0" presStyleCnt="5"/>
      <dgm:spPr/>
    </dgm:pt>
    <dgm:pt modelId="{5254AC4B-9F99-4B50-8235-2D249A5F81FC}" type="pres">
      <dgm:prSet presAssocID="{04824BE9-7EB9-4D60-A923-831A54688A00}" presName="EmptyPane" presStyleCnt="0"/>
      <dgm:spPr/>
    </dgm:pt>
    <dgm:pt modelId="{55AD9539-5D8D-4E6C-AF5D-120888DD0ED6}" type="pres">
      <dgm:prSet presAssocID="{82050E97-EB25-4E05-AA90-0893206E745D}" presName="spaceBetweenRectangles" presStyleLbl="fgAcc1" presStyleIdx="0" presStyleCnt="4"/>
      <dgm:spPr/>
    </dgm:pt>
    <dgm:pt modelId="{7D16FE57-1507-404C-8051-8832D78A279B}" type="pres">
      <dgm:prSet presAssocID="{3BA82114-8F9E-4377-BA62-33DCE0B8D98F}" presName="composite" presStyleCnt="0"/>
      <dgm:spPr/>
    </dgm:pt>
    <dgm:pt modelId="{5854D360-D2F8-42ED-B023-9602CB8C755E}" type="pres">
      <dgm:prSet presAssocID="{3BA82114-8F9E-4377-BA62-33DCE0B8D98F}" presName="Parent1" presStyleLbl="alignNode1" presStyleIdx="1" presStyleCnt="5">
        <dgm:presLayoutVars>
          <dgm:chMax val="1"/>
          <dgm:chPref val="1"/>
          <dgm:bulletEnabled val="1"/>
        </dgm:presLayoutVars>
      </dgm:prSet>
      <dgm:spPr/>
    </dgm:pt>
    <dgm:pt modelId="{F4D7A4B8-FD1E-49FE-ADF0-B8B49099D99B}" type="pres">
      <dgm:prSet presAssocID="{3BA82114-8F9E-4377-BA62-33DCE0B8D98F}" presName="Childtext1" presStyleLbl="revTx" presStyleIdx="1" presStyleCnt="5">
        <dgm:presLayoutVars>
          <dgm:chMax val="0"/>
          <dgm:chPref val="0"/>
          <dgm:bulletEnabled/>
        </dgm:presLayoutVars>
      </dgm:prSet>
      <dgm:spPr/>
    </dgm:pt>
    <dgm:pt modelId="{2D941BF4-A0A4-46FD-AAC1-40A8388CBD19}" type="pres">
      <dgm:prSet presAssocID="{3BA82114-8F9E-4377-BA62-33DCE0B8D98F}" presName="ConnectLine" presStyleLbl="sibTrans1D1" presStyleIdx="1" presStyleCnt="5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FEA1EF3D-C5D4-4278-A545-0FC4FC506A34}" type="pres">
      <dgm:prSet presAssocID="{3BA82114-8F9E-4377-BA62-33DCE0B8D98F}" presName="ConnectLineEnd" presStyleLbl="node1" presStyleIdx="1" presStyleCnt="5"/>
      <dgm:spPr/>
    </dgm:pt>
    <dgm:pt modelId="{B9085F31-AE42-4579-B563-09E2EC7A1C50}" type="pres">
      <dgm:prSet presAssocID="{3BA82114-8F9E-4377-BA62-33DCE0B8D98F}" presName="EmptyPane" presStyleCnt="0"/>
      <dgm:spPr/>
    </dgm:pt>
    <dgm:pt modelId="{9503A872-7BC5-4A97-B876-C4FDBC8CC820}" type="pres">
      <dgm:prSet presAssocID="{44DF9787-8079-4857-8099-0C032DF73D59}" presName="spaceBetweenRectangles" presStyleLbl="fgAcc1" presStyleIdx="1" presStyleCnt="4"/>
      <dgm:spPr/>
    </dgm:pt>
    <dgm:pt modelId="{E4F9DBCB-DBBD-4F2A-BC22-3A11165F3E16}" type="pres">
      <dgm:prSet presAssocID="{E52BE8A1-F1F8-448F-91C3-318DD96FF143}" presName="composite" presStyleCnt="0"/>
      <dgm:spPr/>
    </dgm:pt>
    <dgm:pt modelId="{C61D472C-B7F8-45E0-B706-6D8C2E4E08AB}" type="pres">
      <dgm:prSet presAssocID="{E52BE8A1-F1F8-448F-91C3-318DD96FF143}" presName="Parent1" presStyleLbl="alignNode1" presStyleIdx="2" presStyleCnt="5">
        <dgm:presLayoutVars>
          <dgm:chMax val="1"/>
          <dgm:chPref val="1"/>
          <dgm:bulletEnabled val="1"/>
        </dgm:presLayoutVars>
      </dgm:prSet>
      <dgm:spPr/>
    </dgm:pt>
    <dgm:pt modelId="{03B57377-53AB-463A-A4A7-C29E1AF0FFBE}" type="pres">
      <dgm:prSet presAssocID="{E52BE8A1-F1F8-448F-91C3-318DD96FF143}" presName="Childtext1" presStyleLbl="revTx" presStyleIdx="2" presStyleCnt="5">
        <dgm:presLayoutVars>
          <dgm:chMax val="0"/>
          <dgm:chPref val="0"/>
          <dgm:bulletEnabled/>
        </dgm:presLayoutVars>
      </dgm:prSet>
      <dgm:spPr/>
    </dgm:pt>
    <dgm:pt modelId="{729E56DF-2A5B-41DC-87AD-B153470AB98D}" type="pres">
      <dgm:prSet presAssocID="{E52BE8A1-F1F8-448F-91C3-318DD96FF143}" presName="ConnectLine" presStyleLbl="sibTrans1D1" presStyleIdx="2" presStyleCnt="5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92013FAB-F884-45DB-96FF-6EA8C4390967}" type="pres">
      <dgm:prSet presAssocID="{E52BE8A1-F1F8-448F-91C3-318DD96FF143}" presName="ConnectLineEnd" presStyleLbl="node1" presStyleIdx="2" presStyleCnt="5"/>
      <dgm:spPr/>
    </dgm:pt>
    <dgm:pt modelId="{C07FBBB7-DA18-40F6-A2B1-2801F7B3A5E5}" type="pres">
      <dgm:prSet presAssocID="{E52BE8A1-F1F8-448F-91C3-318DD96FF143}" presName="EmptyPane" presStyleCnt="0"/>
      <dgm:spPr/>
    </dgm:pt>
    <dgm:pt modelId="{02A4A300-F6A0-4682-9F86-F5510B773AA5}" type="pres">
      <dgm:prSet presAssocID="{C30DE328-725B-4943-8ED3-F159E613462D}" presName="spaceBetweenRectangles" presStyleLbl="fgAcc1" presStyleIdx="2" presStyleCnt="4"/>
      <dgm:spPr/>
    </dgm:pt>
    <dgm:pt modelId="{0A3383BE-81D8-497D-B7EB-D7383E692980}" type="pres">
      <dgm:prSet presAssocID="{0EC7F129-FBEE-41F7-973F-FB36E9042B15}" presName="composite" presStyleCnt="0"/>
      <dgm:spPr/>
    </dgm:pt>
    <dgm:pt modelId="{F2C7FECE-7794-4225-A78E-6C159942A590}" type="pres">
      <dgm:prSet presAssocID="{0EC7F129-FBEE-41F7-973F-FB36E9042B15}" presName="Parent1" presStyleLbl="alignNode1" presStyleIdx="3" presStyleCnt="5">
        <dgm:presLayoutVars>
          <dgm:chMax val="1"/>
          <dgm:chPref val="1"/>
          <dgm:bulletEnabled val="1"/>
        </dgm:presLayoutVars>
      </dgm:prSet>
      <dgm:spPr/>
    </dgm:pt>
    <dgm:pt modelId="{8449CEE9-17DC-49C4-A051-6C65B8B7BE04}" type="pres">
      <dgm:prSet presAssocID="{0EC7F129-FBEE-41F7-973F-FB36E9042B15}" presName="Childtext1" presStyleLbl="revTx" presStyleIdx="3" presStyleCnt="5">
        <dgm:presLayoutVars>
          <dgm:chMax val="0"/>
          <dgm:chPref val="0"/>
          <dgm:bulletEnabled/>
        </dgm:presLayoutVars>
      </dgm:prSet>
      <dgm:spPr/>
    </dgm:pt>
    <dgm:pt modelId="{1B15BCF0-B43E-4423-9E9C-DE9C972D7AF2}" type="pres">
      <dgm:prSet presAssocID="{0EC7F129-FBEE-41F7-973F-FB36E9042B15}" presName="ConnectLine" presStyleLbl="sibTrans1D1" presStyleIdx="3" presStyleCnt="5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443BC17D-024A-452D-B200-E779784A5DBE}" type="pres">
      <dgm:prSet presAssocID="{0EC7F129-FBEE-41F7-973F-FB36E9042B15}" presName="ConnectLineEnd" presStyleLbl="node1" presStyleIdx="3" presStyleCnt="5"/>
      <dgm:spPr/>
    </dgm:pt>
    <dgm:pt modelId="{DDEDCD6B-AA1E-413B-A8F0-5DA95B655286}" type="pres">
      <dgm:prSet presAssocID="{0EC7F129-FBEE-41F7-973F-FB36E9042B15}" presName="EmptyPane" presStyleCnt="0"/>
      <dgm:spPr/>
    </dgm:pt>
    <dgm:pt modelId="{09AA8396-2389-4FA2-B3E0-2B6C8F055DB7}" type="pres">
      <dgm:prSet presAssocID="{36483FF5-BE1E-4027-9DD4-788569780979}" presName="spaceBetweenRectangles" presStyleLbl="fgAcc1" presStyleIdx="3" presStyleCnt="4"/>
      <dgm:spPr/>
    </dgm:pt>
    <dgm:pt modelId="{2A458536-9858-4F33-8A15-D48C42CEFBAF}" type="pres">
      <dgm:prSet presAssocID="{40C64BFB-BB6D-4785-94A9-1A0D352CD821}" presName="composite" presStyleCnt="0"/>
      <dgm:spPr/>
    </dgm:pt>
    <dgm:pt modelId="{07B84850-C150-47B1-88A7-88FA69B967E0}" type="pres">
      <dgm:prSet presAssocID="{40C64BFB-BB6D-4785-94A9-1A0D352CD821}" presName="Parent1" presStyleLbl="alignNode1" presStyleIdx="4" presStyleCnt="5">
        <dgm:presLayoutVars>
          <dgm:chMax val="1"/>
          <dgm:chPref val="1"/>
          <dgm:bulletEnabled val="1"/>
        </dgm:presLayoutVars>
      </dgm:prSet>
      <dgm:spPr/>
    </dgm:pt>
    <dgm:pt modelId="{C7F0F4BC-EBF7-4ADF-A9F6-FD8DA9543CA0}" type="pres">
      <dgm:prSet presAssocID="{40C64BFB-BB6D-4785-94A9-1A0D352CD821}" presName="Childtext1" presStyleLbl="revTx" presStyleIdx="4" presStyleCnt="5">
        <dgm:presLayoutVars>
          <dgm:chMax val="0"/>
          <dgm:chPref val="0"/>
          <dgm:bulletEnabled/>
        </dgm:presLayoutVars>
      </dgm:prSet>
      <dgm:spPr/>
    </dgm:pt>
    <dgm:pt modelId="{F830329A-90B8-42A1-B732-4F46E7433A9A}" type="pres">
      <dgm:prSet presAssocID="{40C64BFB-BB6D-4785-94A9-1A0D352CD821}" presName="ConnectLine" presStyleLbl="sibTrans1D1" presStyleIdx="4" presStyleCnt="5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AFA1F98E-7014-4882-A2D3-22D977DB5FA5}" type="pres">
      <dgm:prSet presAssocID="{40C64BFB-BB6D-4785-94A9-1A0D352CD821}" presName="ConnectLineEnd" presStyleLbl="node1" presStyleIdx="4" presStyleCnt="5"/>
      <dgm:spPr/>
    </dgm:pt>
    <dgm:pt modelId="{E3D1C5EF-5004-4C48-AB79-472CCEBD68A1}" type="pres">
      <dgm:prSet presAssocID="{40C64BFB-BB6D-4785-94A9-1A0D352CD821}" presName="EmptyPane" presStyleCnt="0"/>
      <dgm:spPr/>
    </dgm:pt>
  </dgm:ptLst>
  <dgm:cxnLst>
    <dgm:cxn modelId="{AB972708-C27B-4B6E-8169-16BC1E7DFE0B}" srcId="{8F425EA4-0FA9-4863-95C3-1F1583DA647D}" destId="{40C64BFB-BB6D-4785-94A9-1A0D352CD821}" srcOrd="4" destOrd="0" parTransId="{CB8396A8-0977-4BD8-9635-31F689F140F0}" sibTransId="{7DD20693-36DC-4A5F-85A1-DE4DD4C4F473}"/>
    <dgm:cxn modelId="{AC1D8E09-D443-43D1-805F-FD2332DC2521}" type="presOf" srcId="{40C64BFB-BB6D-4785-94A9-1A0D352CD821}" destId="{07B84850-C150-47B1-88A7-88FA69B967E0}" srcOrd="0" destOrd="0" presId="urn:microsoft.com/office/officeart/2016/7/layout/HexagonTimeline"/>
    <dgm:cxn modelId="{62E7290E-94F1-4A07-BE9A-2E458065FDBC}" type="presOf" srcId="{0EC7F129-FBEE-41F7-973F-FB36E9042B15}" destId="{F2C7FECE-7794-4225-A78E-6C159942A590}" srcOrd="0" destOrd="0" presId="urn:microsoft.com/office/officeart/2016/7/layout/HexagonTimeline"/>
    <dgm:cxn modelId="{D3FE041C-E472-4352-8148-EA75B043106C}" srcId="{8F425EA4-0FA9-4863-95C3-1F1583DA647D}" destId="{E52BE8A1-F1F8-448F-91C3-318DD96FF143}" srcOrd="2" destOrd="0" parTransId="{D0D116B7-7747-479B-9D74-B513864CD302}" sibTransId="{C30DE328-725B-4943-8ED3-F159E613462D}"/>
    <dgm:cxn modelId="{92974222-F1AB-45D4-80D2-2168EF0EC118}" srcId="{3BA82114-8F9E-4377-BA62-33DCE0B8D98F}" destId="{1BD5C8B2-719D-4A9B-BAB5-E468758CBBB2}" srcOrd="0" destOrd="0" parTransId="{FDEF5993-0EF6-47D3-A927-F4A1BAC36B55}" sibTransId="{A2829CDA-00F5-4735-933D-FEA573E49E97}"/>
    <dgm:cxn modelId="{CC679632-7586-49DE-A029-70687E4D0477}" type="presOf" srcId="{8514A0AB-6D40-440F-BC32-08D2F16CFF4D}" destId="{64FD059F-75BD-4C77-A614-674F56278444}" srcOrd="0" destOrd="0" presId="urn:microsoft.com/office/officeart/2016/7/layout/HexagonTimeline"/>
    <dgm:cxn modelId="{8310D335-84D1-48FC-8B0E-9BFE0B52F78C}" type="presOf" srcId="{E52BE8A1-F1F8-448F-91C3-318DD96FF143}" destId="{C61D472C-B7F8-45E0-B706-6D8C2E4E08AB}" srcOrd="0" destOrd="0" presId="urn:microsoft.com/office/officeart/2016/7/layout/HexagonTimeline"/>
    <dgm:cxn modelId="{F5FFA937-74EC-4583-9A24-695EF69B7EC0}" srcId="{8F425EA4-0FA9-4863-95C3-1F1583DA647D}" destId="{0EC7F129-FBEE-41F7-973F-FB36E9042B15}" srcOrd="3" destOrd="0" parTransId="{384C1090-EA9E-4FF9-B477-4CD6DEDBF803}" sibTransId="{36483FF5-BE1E-4027-9DD4-788569780979}"/>
    <dgm:cxn modelId="{48452138-66C7-4EB0-A00B-2AF5C18D511A}" srcId="{8F425EA4-0FA9-4863-95C3-1F1583DA647D}" destId="{04824BE9-7EB9-4D60-A923-831A54688A00}" srcOrd="0" destOrd="0" parTransId="{865BC876-4901-4EE5-978C-F3D2EF27B880}" sibTransId="{82050E97-EB25-4E05-AA90-0893206E745D}"/>
    <dgm:cxn modelId="{F469653C-9F76-4332-ABA9-FB18245D7646}" type="presOf" srcId="{04824BE9-7EB9-4D60-A923-831A54688A00}" destId="{5C18EEFA-291E-4A7C-A68E-CC7E9B6B1AE1}" srcOrd="0" destOrd="0" presId="urn:microsoft.com/office/officeart/2016/7/layout/HexagonTimeline"/>
    <dgm:cxn modelId="{B443115F-4E44-4329-A0B0-527D26C2130A}" type="presOf" srcId="{3BA82114-8F9E-4377-BA62-33DCE0B8D98F}" destId="{5854D360-D2F8-42ED-B023-9602CB8C755E}" srcOrd="0" destOrd="0" presId="urn:microsoft.com/office/officeart/2016/7/layout/HexagonTimeline"/>
    <dgm:cxn modelId="{7B2AA864-51DE-4F55-AE8A-D0D320EB9BC8}" type="presOf" srcId="{8F425EA4-0FA9-4863-95C3-1F1583DA647D}" destId="{E364E851-BF22-4F9E-B2A1-FF43A56191BF}" srcOrd="0" destOrd="0" presId="urn:microsoft.com/office/officeart/2016/7/layout/HexagonTimeline"/>
    <dgm:cxn modelId="{9ACD7B72-B1CF-4BAE-97E1-77C10A3F1958}" type="presOf" srcId="{7AE4D198-9DAE-4345-BDFE-6195C436FB8E}" destId="{03B57377-53AB-463A-A4A7-C29E1AF0FFBE}" srcOrd="0" destOrd="0" presId="urn:microsoft.com/office/officeart/2016/7/layout/HexagonTimeline"/>
    <dgm:cxn modelId="{04B56A75-6CCA-4122-A565-E85464EC1651}" type="presOf" srcId="{23B12B39-4EC6-48CD-8342-86B433559E05}" destId="{C7F0F4BC-EBF7-4ADF-A9F6-FD8DA9543CA0}" srcOrd="0" destOrd="0" presId="urn:microsoft.com/office/officeart/2016/7/layout/HexagonTimeline"/>
    <dgm:cxn modelId="{8F578D80-FC33-4A70-86B1-5A96F9A39D06}" srcId="{8F425EA4-0FA9-4863-95C3-1F1583DA647D}" destId="{3BA82114-8F9E-4377-BA62-33DCE0B8D98F}" srcOrd="1" destOrd="0" parTransId="{33AA2A99-D34B-4A46-8680-9161C8EA8BAA}" sibTransId="{44DF9787-8079-4857-8099-0C032DF73D59}"/>
    <dgm:cxn modelId="{25D03FB3-4EB1-49FE-BDEA-9397F3FB9186}" srcId="{E52BE8A1-F1F8-448F-91C3-318DD96FF143}" destId="{7AE4D198-9DAE-4345-BDFE-6195C436FB8E}" srcOrd="0" destOrd="0" parTransId="{06024587-790C-4BA3-A3A8-29FFB785FBA8}" sibTransId="{E4269B33-898F-4057-9C7B-6FD9D7123A3D}"/>
    <dgm:cxn modelId="{9CB988C8-EE23-4CFC-9107-98D114873318}" srcId="{0EC7F129-FBEE-41F7-973F-FB36E9042B15}" destId="{FD5B69B4-DA22-4999-96BE-329BBE1A9CB9}" srcOrd="0" destOrd="0" parTransId="{52FCD964-7AF0-4BCA-B26E-5AB157A27B7B}" sibTransId="{0DB6A175-3261-4CA0-96EB-C3F6B9789EDC}"/>
    <dgm:cxn modelId="{2CC32FDE-8D8F-4398-9008-09312881A46E}" type="presOf" srcId="{FD5B69B4-DA22-4999-96BE-329BBE1A9CB9}" destId="{8449CEE9-17DC-49C4-A051-6C65B8B7BE04}" srcOrd="0" destOrd="0" presId="urn:microsoft.com/office/officeart/2016/7/layout/HexagonTimeline"/>
    <dgm:cxn modelId="{031F5EE6-536F-4EC8-A5BA-33E6FA248CD3}" srcId="{40C64BFB-BB6D-4785-94A9-1A0D352CD821}" destId="{23B12B39-4EC6-48CD-8342-86B433559E05}" srcOrd="0" destOrd="0" parTransId="{97EEE26A-7613-48FB-B988-54C9A0E17640}" sibTransId="{02A4951B-B606-4127-B2DB-BF69F82655CB}"/>
    <dgm:cxn modelId="{E4290CF1-F7B4-4011-AF4E-51F168AF0071}" srcId="{04824BE9-7EB9-4D60-A923-831A54688A00}" destId="{8514A0AB-6D40-440F-BC32-08D2F16CFF4D}" srcOrd="0" destOrd="0" parTransId="{A7F567D4-1435-43A2-BB9C-C9A7DA66A7D9}" sibTransId="{2CAC6E7E-BFF3-4E0B-9BDD-BF150B36C84C}"/>
    <dgm:cxn modelId="{A54542F5-C0E0-47EE-8625-BA7F1328812D}" type="presOf" srcId="{1BD5C8B2-719D-4A9B-BAB5-E468758CBBB2}" destId="{F4D7A4B8-FD1E-49FE-ADF0-B8B49099D99B}" srcOrd="0" destOrd="0" presId="urn:microsoft.com/office/officeart/2016/7/layout/HexagonTimeline"/>
    <dgm:cxn modelId="{93028A81-50F7-4B60-B3C7-B15261751B5C}" type="presParOf" srcId="{E364E851-BF22-4F9E-B2A1-FF43A56191BF}" destId="{7DB16D52-F06B-474A-954F-365A162DACDE}" srcOrd="0" destOrd="0" presId="urn:microsoft.com/office/officeart/2016/7/layout/HexagonTimeline"/>
    <dgm:cxn modelId="{08A41394-AEED-46D3-AB51-F54808016DF8}" type="presParOf" srcId="{7DB16D52-F06B-474A-954F-365A162DACDE}" destId="{5C18EEFA-291E-4A7C-A68E-CC7E9B6B1AE1}" srcOrd="0" destOrd="0" presId="urn:microsoft.com/office/officeart/2016/7/layout/HexagonTimeline"/>
    <dgm:cxn modelId="{074022A4-5849-4576-96EF-D6FB27385E6E}" type="presParOf" srcId="{7DB16D52-F06B-474A-954F-365A162DACDE}" destId="{64FD059F-75BD-4C77-A614-674F56278444}" srcOrd="1" destOrd="0" presId="urn:microsoft.com/office/officeart/2016/7/layout/HexagonTimeline"/>
    <dgm:cxn modelId="{AE076B5F-57EB-4268-B0F7-5E417356F117}" type="presParOf" srcId="{7DB16D52-F06B-474A-954F-365A162DACDE}" destId="{7DDCEA5E-661F-44C8-87F1-54566FC89C36}" srcOrd="2" destOrd="0" presId="urn:microsoft.com/office/officeart/2016/7/layout/HexagonTimeline"/>
    <dgm:cxn modelId="{661C21E6-484E-4BD0-BA3D-E33CABFBB263}" type="presParOf" srcId="{7DB16D52-F06B-474A-954F-365A162DACDE}" destId="{187069CC-1F84-4379-A99A-6EA4134275D5}" srcOrd="3" destOrd="0" presId="urn:microsoft.com/office/officeart/2016/7/layout/HexagonTimeline"/>
    <dgm:cxn modelId="{0D48331B-859F-4862-B555-D9A49C9CFFAC}" type="presParOf" srcId="{7DB16D52-F06B-474A-954F-365A162DACDE}" destId="{5254AC4B-9F99-4B50-8235-2D249A5F81FC}" srcOrd="4" destOrd="0" presId="urn:microsoft.com/office/officeart/2016/7/layout/HexagonTimeline"/>
    <dgm:cxn modelId="{724E09E7-5629-4604-ACD2-B60996056F38}" type="presParOf" srcId="{E364E851-BF22-4F9E-B2A1-FF43A56191BF}" destId="{55AD9539-5D8D-4E6C-AF5D-120888DD0ED6}" srcOrd="1" destOrd="0" presId="urn:microsoft.com/office/officeart/2016/7/layout/HexagonTimeline"/>
    <dgm:cxn modelId="{0C2E650A-EDD0-41C3-B866-BAD07AF3355D}" type="presParOf" srcId="{E364E851-BF22-4F9E-B2A1-FF43A56191BF}" destId="{7D16FE57-1507-404C-8051-8832D78A279B}" srcOrd="2" destOrd="0" presId="urn:microsoft.com/office/officeart/2016/7/layout/HexagonTimeline"/>
    <dgm:cxn modelId="{E39F89EC-4264-4CCA-9618-FC7DC56B8C7C}" type="presParOf" srcId="{7D16FE57-1507-404C-8051-8832D78A279B}" destId="{5854D360-D2F8-42ED-B023-9602CB8C755E}" srcOrd="0" destOrd="0" presId="urn:microsoft.com/office/officeart/2016/7/layout/HexagonTimeline"/>
    <dgm:cxn modelId="{75DAFCA7-AB13-4AFC-A043-855C71924694}" type="presParOf" srcId="{7D16FE57-1507-404C-8051-8832D78A279B}" destId="{F4D7A4B8-FD1E-49FE-ADF0-B8B49099D99B}" srcOrd="1" destOrd="0" presId="urn:microsoft.com/office/officeart/2016/7/layout/HexagonTimeline"/>
    <dgm:cxn modelId="{A647A157-0A23-4C38-B3EE-A85E135EBF72}" type="presParOf" srcId="{7D16FE57-1507-404C-8051-8832D78A279B}" destId="{2D941BF4-A0A4-46FD-AAC1-40A8388CBD19}" srcOrd="2" destOrd="0" presId="urn:microsoft.com/office/officeart/2016/7/layout/HexagonTimeline"/>
    <dgm:cxn modelId="{5B2314F4-DC31-497C-9421-1013C83E903E}" type="presParOf" srcId="{7D16FE57-1507-404C-8051-8832D78A279B}" destId="{FEA1EF3D-C5D4-4278-A545-0FC4FC506A34}" srcOrd="3" destOrd="0" presId="urn:microsoft.com/office/officeart/2016/7/layout/HexagonTimeline"/>
    <dgm:cxn modelId="{0CB52EE5-2175-4213-B43B-96C79A9C7005}" type="presParOf" srcId="{7D16FE57-1507-404C-8051-8832D78A279B}" destId="{B9085F31-AE42-4579-B563-09E2EC7A1C50}" srcOrd="4" destOrd="0" presId="urn:microsoft.com/office/officeart/2016/7/layout/HexagonTimeline"/>
    <dgm:cxn modelId="{1F96536C-5D1D-4C3B-9E53-FF6C07622A2D}" type="presParOf" srcId="{E364E851-BF22-4F9E-B2A1-FF43A56191BF}" destId="{9503A872-7BC5-4A97-B876-C4FDBC8CC820}" srcOrd="3" destOrd="0" presId="urn:microsoft.com/office/officeart/2016/7/layout/HexagonTimeline"/>
    <dgm:cxn modelId="{48B602CE-AE7F-4F4E-91BA-C6625B09E373}" type="presParOf" srcId="{E364E851-BF22-4F9E-B2A1-FF43A56191BF}" destId="{E4F9DBCB-DBBD-4F2A-BC22-3A11165F3E16}" srcOrd="4" destOrd="0" presId="urn:microsoft.com/office/officeart/2016/7/layout/HexagonTimeline"/>
    <dgm:cxn modelId="{67747965-C9BF-4FD6-B828-F3B586CC716F}" type="presParOf" srcId="{E4F9DBCB-DBBD-4F2A-BC22-3A11165F3E16}" destId="{C61D472C-B7F8-45E0-B706-6D8C2E4E08AB}" srcOrd="0" destOrd="0" presId="urn:microsoft.com/office/officeart/2016/7/layout/HexagonTimeline"/>
    <dgm:cxn modelId="{55B283B7-43E9-4C32-A8E4-1B08BEF6BF2E}" type="presParOf" srcId="{E4F9DBCB-DBBD-4F2A-BC22-3A11165F3E16}" destId="{03B57377-53AB-463A-A4A7-C29E1AF0FFBE}" srcOrd="1" destOrd="0" presId="urn:microsoft.com/office/officeart/2016/7/layout/HexagonTimeline"/>
    <dgm:cxn modelId="{A30EA641-5C6A-494A-99EE-EF8A2657C0DB}" type="presParOf" srcId="{E4F9DBCB-DBBD-4F2A-BC22-3A11165F3E16}" destId="{729E56DF-2A5B-41DC-87AD-B153470AB98D}" srcOrd="2" destOrd="0" presId="urn:microsoft.com/office/officeart/2016/7/layout/HexagonTimeline"/>
    <dgm:cxn modelId="{6196C857-AE4C-481B-A240-F61E3520060E}" type="presParOf" srcId="{E4F9DBCB-DBBD-4F2A-BC22-3A11165F3E16}" destId="{92013FAB-F884-45DB-96FF-6EA8C4390967}" srcOrd="3" destOrd="0" presId="urn:microsoft.com/office/officeart/2016/7/layout/HexagonTimeline"/>
    <dgm:cxn modelId="{4FB0E865-499A-4DA3-A806-957EAA215469}" type="presParOf" srcId="{E4F9DBCB-DBBD-4F2A-BC22-3A11165F3E16}" destId="{C07FBBB7-DA18-40F6-A2B1-2801F7B3A5E5}" srcOrd="4" destOrd="0" presId="urn:microsoft.com/office/officeart/2016/7/layout/HexagonTimeline"/>
    <dgm:cxn modelId="{B7DB81C4-6CF6-441B-9A07-235A851526C4}" type="presParOf" srcId="{E364E851-BF22-4F9E-B2A1-FF43A56191BF}" destId="{02A4A300-F6A0-4682-9F86-F5510B773AA5}" srcOrd="5" destOrd="0" presId="urn:microsoft.com/office/officeart/2016/7/layout/HexagonTimeline"/>
    <dgm:cxn modelId="{0E95C411-C5A9-41D6-98A5-6329C0503C63}" type="presParOf" srcId="{E364E851-BF22-4F9E-B2A1-FF43A56191BF}" destId="{0A3383BE-81D8-497D-B7EB-D7383E692980}" srcOrd="6" destOrd="0" presId="urn:microsoft.com/office/officeart/2016/7/layout/HexagonTimeline"/>
    <dgm:cxn modelId="{C6732287-049A-4951-965F-784F7D8DBE5B}" type="presParOf" srcId="{0A3383BE-81D8-497D-B7EB-D7383E692980}" destId="{F2C7FECE-7794-4225-A78E-6C159942A590}" srcOrd="0" destOrd="0" presId="urn:microsoft.com/office/officeart/2016/7/layout/HexagonTimeline"/>
    <dgm:cxn modelId="{B1B81FEF-D6F9-4EE5-BF49-6B8125134926}" type="presParOf" srcId="{0A3383BE-81D8-497D-B7EB-D7383E692980}" destId="{8449CEE9-17DC-49C4-A051-6C65B8B7BE04}" srcOrd="1" destOrd="0" presId="urn:microsoft.com/office/officeart/2016/7/layout/HexagonTimeline"/>
    <dgm:cxn modelId="{878B078B-1F55-46C2-AB67-B29F2FF34868}" type="presParOf" srcId="{0A3383BE-81D8-497D-B7EB-D7383E692980}" destId="{1B15BCF0-B43E-4423-9E9C-DE9C972D7AF2}" srcOrd="2" destOrd="0" presId="urn:microsoft.com/office/officeart/2016/7/layout/HexagonTimeline"/>
    <dgm:cxn modelId="{6A3905EA-B127-4337-935C-D7238C439277}" type="presParOf" srcId="{0A3383BE-81D8-497D-B7EB-D7383E692980}" destId="{443BC17D-024A-452D-B200-E779784A5DBE}" srcOrd="3" destOrd="0" presId="urn:microsoft.com/office/officeart/2016/7/layout/HexagonTimeline"/>
    <dgm:cxn modelId="{2E22072E-B61A-4A50-9067-CFBA62D9F24A}" type="presParOf" srcId="{0A3383BE-81D8-497D-B7EB-D7383E692980}" destId="{DDEDCD6B-AA1E-413B-A8F0-5DA95B655286}" srcOrd="4" destOrd="0" presId="urn:microsoft.com/office/officeart/2016/7/layout/HexagonTimeline"/>
    <dgm:cxn modelId="{B2321206-7EB8-4473-9250-32C28DDD5C24}" type="presParOf" srcId="{E364E851-BF22-4F9E-B2A1-FF43A56191BF}" destId="{09AA8396-2389-4FA2-B3E0-2B6C8F055DB7}" srcOrd="7" destOrd="0" presId="urn:microsoft.com/office/officeart/2016/7/layout/HexagonTimeline"/>
    <dgm:cxn modelId="{58C7435A-C25A-4268-906C-0775BC1B4498}" type="presParOf" srcId="{E364E851-BF22-4F9E-B2A1-FF43A56191BF}" destId="{2A458536-9858-4F33-8A15-D48C42CEFBAF}" srcOrd="8" destOrd="0" presId="urn:microsoft.com/office/officeart/2016/7/layout/HexagonTimeline"/>
    <dgm:cxn modelId="{3634B6FC-C375-43A3-AD5C-E76EC6A8C270}" type="presParOf" srcId="{2A458536-9858-4F33-8A15-D48C42CEFBAF}" destId="{07B84850-C150-47B1-88A7-88FA69B967E0}" srcOrd="0" destOrd="0" presId="urn:microsoft.com/office/officeart/2016/7/layout/HexagonTimeline"/>
    <dgm:cxn modelId="{C6EB0A68-0DB6-491E-B0E8-BD3AE5910A52}" type="presParOf" srcId="{2A458536-9858-4F33-8A15-D48C42CEFBAF}" destId="{C7F0F4BC-EBF7-4ADF-A9F6-FD8DA9543CA0}" srcOrd="1" destOrd="0" presId="urn:microsoft.com/office/officeart/2016/7/layout/HexagonTimeline"/>
    <dgm:cxn modelId="{49F7F046-B229-46B1-8342-BF67B65331CF}" type="presParOf" srcId="{2A458536-9858-4F33-8A15-D48C42CEFBAF}" destId="{F830329A-90B8-42A1-B732-4F46E7433A9A}" srcOrd="2" destOrd="0" presId="urn:microsoft.com/office/officeart/2016/7/layout/HexagonTimeline"/>
    <dgm:cxn modelId="{0099C8CF-B286-437C-B90E-391898F9FF56}" type="presParOf" srcId="{2A458536-9858-4F33-8A15-D48C42CEFBAF}" destId="{AFA1F98E-7014-4882-A2D3-22D977DB5FA5}" srcOrd="3" destOrd="0" presId="urn:microsoft.com/office/officeart/2016/7/layout/HexagonTimeline"/>
    <dgm:cxn modelId="{A71E2AE0-1FE1-4DFD-80F3-19578CFAE539}" type="presParOf" srcId="{2A458536-9858-4F33-8A15-D48C42CEFBAF}" destId="{E3D1C5EF-5004-4C48-AB79-472CCEBD68A1}" srcOrd="4" destOrd="0" presId="urn:microsoft.com/office/officeart/2016/7/layout/Hexago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F425EA4-0FA9-4863-95C3-1F1583DA647D}" type="doc">
      <dgm:prSet loTypeId="urn:microsoft.com/office/officeart/2016/7/layout/HexagonTimeline" loCatId="process" qsTypeId="urn:microsoft.com/office/officeart/2005/8/quickstyle/simple2" qsCatId="simple" csTypeId="urn:microsoft.com/office/officeart/2005/8/colors/accent1_2" csCatId="accent1" phldr="1"/>
      <dgm:spPr/>
      <dgm:t>
        <a:bodyPr rtlCol="0"/>
        <a:lstStyle/>
        <a:p>
          <a:pPr rtl="0"/>
          <a:endParaRPr lang="en-US"/>
        </a:p>
      </dgm:t>
    </dgm:pt>
    <dgm:pt modelId="{04824BE9-7EB9-4D60-A923-831A54688A00}">
      <dgm:prSet custT="1"/>
      <dgm:spPr/>
      <dgm:t>
        <a:bodyPr rtlCol="0"/>
        <a:lstStyle/>
        <a:p>
          <a:pPr rtl="0"/>
          <a:r>
            <a:rPr lang="en-US" altLang="zh-TW" sz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8~9</a:t>
          </a:r>
        </a:p>
      </dgm:t>
    </dgm:pt>
    <dgm:pt modelId="{865BC876-4901-4EE5-978C-F3D2EF27B880}" type="parTrans" cxnId="{48452138-66C7-4EB0-A00B-2AF5C18D511A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82050E97-EB25-4E05-AA90-0893206E745D}" type="sibTrans" cxnId="{48452138-66C7-4EB0-A00B-2AF5C18D511A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8514A0AB-6D40-440F-BC32-08D2F16CFF4D}">
      <dgm:prSet custT="1"/>
      <dgm:spPr/>
      <dgm:t>
        <a:bodyPr rtlCol="0"/>
        <a:lstStyle/>
        <a:p>
          <a:pPr rtl="0"/>
          <a:r>
            <a:rPr lang="zh-TW" altLang="en-US" sz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發想</a:t>
          </a:r>
          <a:r>
            <a:rPr lang="en-US" altLang="zh-TW" sz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&amp;</a:t>
          </a:r>
          <a:r>
            <a:rPr lang="zh-TW" altLang="en-US" sz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收集圖片及文案</a:t>
          </a:r>
        </a:p>
      </dgm:t>
    </dgm:pt>
    <dgm:pt modelId="{A7F567D4-1435-43A2-BB9C-C9A7DA66A7D9}" type="parTrans" cxnId="{E4290CF1-F7B4-4011-AF4E-51F168AF0071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2CAC6E7E-BFF3-4E0B-9BDD-BF150B36C84C}" type="sibTrans" cxnId="{E4290CF1-F7B4-4011-AF4E-51F168AF0071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3BA82114-8F9E-4377-BA62-33DCE0B8D98F}">
      <dgm:prSet custT="1"/>
      <dgm:spPr/>
      <dgm:t>
        <a:bodyPr rtlCol="0"/>
        <a:lstStyle/>
        <a:p>
          <a:pPr rtl="0"/>
          <a:r>
            <a:rPr lang="en-US" altLang="zh-TW" sz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10~15</a:t>
          </a:r>
        </a:p>
      </dgm:t>
    </dgm:pt>
    <dgm:pt modelId="{33AA2A99-D34B-4A46-8680-9161C8EA8BAA}" type="parTrans" cxnId="{8F578D80-FC33-4A70-86B1-5A96F9A39D06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44DF9787-8079-4857-8099-0C032DF73D59}" type="sibTrans" cxnId="{8F578D80-FC33-4A70-86B1-5A96F9A39D06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1BD5C8B2-719D-4A9B-BAB5-E468758CBBB2}">
      <dgm:prSet custT="1"/>
      <dgm:spPr/>
      <dgm:t>
        <a:bodyPr rtlCol="0"/>
        <a:lstStyle/>
        <a:p>
          <a:pPr rtl="0"/>
          <a:r>
            <a:rPr lang="zh-TW" altLang="en-US" sz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首頁</a:t>
          </a:r>
          <a:endParaRPr lang="en-US" altLang="zh-TW" sz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FDEF5993-0EF6-47D3-A927-F4A1BAC36B55}" type="parTrans" cxnId="{92974222-F1AB-45D4-80D2-2168EF0EC118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A2829CDA-00F5-4735-933D-FEA573E49E97}" type="sibTrans" cxnId="{92974222-F1AB-45D4-80D2-2168EF0EC118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7AE4D198-9DAE-4345-BDFE-6195C436FB8E}">
      <dgm:prSet custT="1"/>
      <dgm:spPr/>
      <dgm:t>
        <a:bodyPr rtlCol="0"/>
        <a:lstStyle/>
        <a:p>
          <a:pPr rtl="0"/>
          <a:r>
            <a:rPr lang="zh-TW" altLang="en-US" sz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項目</a:t>
          </a:r>
          <a:endParaRPr lang="en-US" altLang="zh-TW" sz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06024587-790C-4BA3-A3A8-29FFB785FBA8}" type="parTrans" cxnId="{25D03FB3-4EB1-49FE-BDEA-9397F3FB9186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E4269B33-898F-4057-9C7B-6FD9D7123A3D}" type="sibTrans" cxnId="{25D03FB3-4EB1-49FE-BDEA-9397F3FB9186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0EC7F129-FBEE-41F7-973F-FB36E9042B15}">
      <dgm:prSet custT="1"/>
      <dgm:spPr/>
      <dgm:t>
        <a:bodyPr rtlCol="0"/>
        <a:lstStyle/>
        <a:p>
          <a:pPr rtl="0"/>
          <a:r>
            <a:rPr lang="en-US" altLang="zh-TW" sz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17~20</a:t>
          </a:r>
        </a:p>
      </dgm:t>
    </dgm:pt>
    <dgm:pt modelId="{384C1090-EA9E-4FF9-B477-4CD6DEDBF803}" type="parTrans" cxnId="{F5FFA937-74EC-4583-9A24-695EF69B7EC0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36483FF5-BE1E-4027-9DD4-788569780979}" type="sibTrans" cxnId="{F5FFA937-74EC-4583-9A24-695EF69B7EC0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FD5B69B4-DA22-4999-96BE-329BBE1A9CB9}">
      <dgm:prSet custT="1"/>
      <dgm:spPr/>
      <dgm:t>
        <a:bodyPr rtlCol="0"/>
        <a:lstStyle/>
        <a:p>
          <a:pPr rtl="0"/>
          <a:r>
            <a:rPr lang="zh-TW" altLang="en-US" sz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線上查價</a:t>
          </a:r>
          <a:r>
            <a:rPr lang="en-US" altLang="zh-TW" sz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+</a:t>
          </a:r>
          <a:r>
            <a:rPr lang="zh-TW" altLang="en-US" sz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聯絡我們</a:t>
          </a:r>
          <a:endParaRPr lang="en-US" altLang="zh-TW" sz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52FCD964-7AF0-4BCA-B26E-5AB157A27B7B}" type="parTrans" cxnId="{9CB988C8-EE23-4CFC-9107-98D114873318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0DB6A175-3261-4CA0-96EB-C3F6B9789EDC}" type="sibTrans" cxnId="{9CB988C8-EE23-4CFC-9107-98D114873318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40C64BFB-BB6D-4785-94A9-1A0D352CD821}">
      <dgm:prSet custT="1"/>
      <dgm:spPr/>
      <dgm:t>
        <a:bodyPr rtlCol="0"/>
        <a:lstStyle/>
        <a:p>
          <a:pPr rtl="0"/>
          <a:r>
            <a:rPr lang="en-US" altLang="zh-TW" sz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21</a:t>
          </a:r>
        </a:p>
      </dgm:t>
    </dgm:pt>
    <dgm:pt modelId="{CB8396A8-0977-4BD8-9635-31F689F140F0}" type="parTrans" cxnId="{AB972708-C27B-4B6E-8169-16BC1E7DFE0B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7DD20693-36DC-4A5F-85A1-DE4DD4C4F473}" type="sibTrans" cxnId="{AB972708-C27B-4B6E-8169-16BC1E7DFE0B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23B12B39-4EC6-48CD-8342-86B433559E05}">
      <dgm:prSet custT="1"/>
      <dgm:spPr/>
      <dgm:t>
        <a:bodyPr rtlCol="0"/>
        <a:lstStyle/>
        <a:p>
          <a:pPr rtl="0"/>
          <a:r>
            <a:rPr lang="en-US" altLang="zh-TW" sz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PPT</a:t>
          </a:r>
          <a:r>
            <a:rPr lang="zh-TW" altLang="en-US" sz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製作</a:t>
          </a:r>
          <a:endParaRPr lang="en-US" altLang="zh-TW" sz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97EEE26A-7613-48FB-B988-54C9A0E17640}" type="parTrans" cxnId="{031F5EE6-536F-4EC8-A5BA-33E6FA248CD3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02A4951B-B606-4127-B2DB-BF69F82655CB}" type="sibTrans" cxnId="{031F5EE6-536F-4EC8-A5BA-33E6FA248CD3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E52BE8A1-F1F8-448F-91C3-318DD96FF143}">
      <dgm:prSet custT="1"/>
      <dgm:spPr/>
      <dgm:t>
        <a:bodyPr rtlCol="0"/>
        <a:lstStyle/>
        <a:p>
          <a:pPr rtl="0"/>
          <a:r>
            <a:rPr lang="en-US" altLang="zh-TW" sz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16</a:t>
          </a:r>
        </a:p>
      </dgm:t>
    </dgm:pt>
    <dgm:pt modelId="{C30DE328-725B-4943-8ED3-F159E613462D}" type="sibTrans" cxnId="{D3FE041C-E472-4352-8148-EA75B043106C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D0D116B7-7747-479B-9D74-B513864CD302}" type="parTrans" cxnId="{D3FE041C-E472-4352-8148-EA75B043106C}">
      <dgm:prSet/>
      <dgm:spPr/>
      <dgm:t>
        <a:bodyPr rtlCol="0"/>
        <a:lstStyle/>
        <a:p>
          <a:pPr rtl="0"/>
          <a:endParaRPr lang="zh-TW" altLang="en-US" noProof="0" dirty="0"/>
        </a:p>
      </dgm:t>
    </dgm:pt>
    <dgm:pt modelId="{E364E851-BF22-4F9E-B2A1-FF43A56191BF}" type="pres">
      <dgm:prSet presAssocID="{8F425EA4-0FA9-4863-95C3-1F1583DA647D}" presName="Name0" presStyleCnt="0">
        <dgm:presLayoutVars>
          <dgm:chMax/>
          <dgm:chPref/>
          <dgm:animLvl val="lvl"/>
        </dgm:presLayoutVars>
      </dgm:prSet>
      <dgm:spPr/>
    </dgm:pt>
    <dgm:pt modelId="{7DB16D52-F06B-474A-954F-365A162DACDE}" type="pres">
      <dgm:prSet presAssocID="{04824BE9-7EB9-4D60-A923-831A54688A00}" presName="composite" presStyleCnt="0"/>
      <dgm:spPr/>
    </dgm:pt>
    <dgm:pt modelId="{5C18EEFA-291E-4A7C-A68E-CC7E9B6B1AE1}" type="pres">
      <dgm:prSet presAssocID="{04824BE9-7EB9-4D60-A923-831A54688A00}" presName="Parent1" presStyleLbl="alignNode1" presStyleIdx="0" presStyleCnt="5">
        <dgm:presLayoutVars>
          <dgm:chMax val="1"/>
          <dgm:chPref val="1"/>
          <dgm:bulletEnabled val="1"/>
        </dgm:presLayoutVars>
      </dgm:prSet>
      <dgm:spPr/>
    </dgm:pt>
    <dgm:pt modelId="{64FD059F-75BD-4C77-A614-674F56278444}" type="pres">
      <dgm:prSet presAssocID="{04824BE9-7EB9-4D60-A923-831A54688A00}" presName="Childtext1" presStyleLbl="revTx" presStyleIdx="0" presStyleCnt="5">
        <dgm:presLayoutVars>
          <dgm:chMax val="0"/>
          <dgm:chPref val="0"/>
          <dgm:bulletEnabled/>
        </dgm:presLayoutVars>
      </dgm:prSet>
      <dgm:spPr/>
    </dgm:pt>
    <dgm:pt modelId="{7DDCEA5E-661F-44C8-87F1-54566FC89C36}" type="pres">
      <dgm:prSet presAssocID="{04824BE9-7EB9-4D60-A923-831A54688A00}" presName="ConnectLine" presStyleLbl="sibTrans1D1" presStyleIdx="0" presStyleCnt="5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187069CC-1F84-4379-A99A-6EA4134275D5}" type="pres">
      <dgm:prSet presAssocID="{04824BE9-7EB9-4D60-A923-831A54688A00}" presName="ConnectLineEnd" presStyleLbl="node1" presStyleIdx="0" presStyleCnt="5"/>
      <dgm:spPr/>
    </dgm:pt>
    <dgm:pt modelId="{5254AC4B-9F99-4B50-8235-2D249A5F81FC}" type="pres">
      <dgm:prSet presAssocID="{04824BE9-7EB9-4D60-A923-831A54688A00}" presName="EmptyPane" presStyleCnt="0"/>
      <dgm:spPr/>
    </dgm:pt>
    <dgm:pt modelId="{55AD9539-5D8D-4E6C-AF5D-120888DD0ED6}" type="pres">
      <dgm:prSet presAssocID="{82050E97-EB25-4E05-AA90-0893206E745D}" presName="spaceBetweenRectangles" presStyleLbl="fgAcc1" presStyleIdx="0" presStyleCnt="4"/>
      <dgm:spPr/>
    </dgm:pt>
    <dgm:pt modelId="{7D16FE57-1507-404C-8051-8832D78A279B}" type="pres">
      <dgm:prSet presAssocID="{3BA82114-8F9E-4377-BA62-33DCE0B8D98F}" presName="composite" presStyleCnt="0"/>
      <dgm:spPr/>
    </dgm:pt>
    <dgm:pt modelId="{5854D360-D2F8-42ED-B023-9602CB8C755E}" type="pres">
      <dgm:prSet presAssocID="{3BA82114-8F9E-4377-BA62-33DCE0B8D98F}" presName="Parent1" presStyleLbl="alignNode1" presStyleIdx="1" presStyleCnt="5">
        <dgm:presLayoutVars>
          <dgm:chMax val="1"/>
          <dgm:chPref val="1"/>
          <dgm:bulletEnabled val="1"/>
        </dgm:presLayoutVars>
      </dgm:prSet>
      <dgm:spPr/>
    </dgm:pt>
    <dgm:pt modelId="{F4D7A4B8-FD1E-49FE-ADF0-B8B49099D99B}" type="pres">
      <dgm:prSet presAssocID="{3BA82114-8F9E-4377-BA62-33DCE0B8D98F}" presName="Childtext1" presStyleLbl="revTx" presStyleIdx="1" presStyleCnt="5">
        <dgm:presLayoutVars>
          <dgm:chMax val="0"/>
          <dgm:chPref val="0"/>
          <dgm:bulletEnabled/>
        </dgm:presLayoutVars>
      </dgm:prSet>
      <dgm:spPr/>
    </dgm:pt>
    <dgm:pt modelId="{2D941BF4-A0A4-46FD-AAC1-40A8388CBD19}" type="pres">
      <dgm:prSet presAssocID="{3BA82114-8F9E-4377-BA62-33DCE0B8D98F}" presName="ConnectLine" presStyleLbl="sibTrans1D1" presStyleIdx="1" presStyleCnt="5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FEA1EF3D-C5D4-4278-A545-0FC4FC506A34}" type="pres">
      <dgm:prSet presAssocID="{3BA82114-8F9E-4377-BA62-33DCE0B8D98F}" presName="ConnectLineEnd" presStyleLbl="node1" presStyleIdx="1" presStyleCnt="5"/>
      <dgm:spPr/>
    </dgm:pt>
    <dgm:pt modelId="{B9085F31-AE42-4579-B563-09E2EC7A1C50}" type="pres">
      <dgm:prSet presAssocID="{3BA82114-8F9E-4377-BA62-33DCE0B8D98F}" presName="EmptyPane" presStyleCnt="0"/>
      <dgm:spPr/>
    </dgm:pt>
    <dgm:pt modelId="{9503A872-7BC5-4A97-B876-C4FDBC8CC820}" type="pres">
      <dgm:prSet presAssocID="{44DF9787-8079-4857-8099-0C032DF73D59}" presName="spaceBetweenRectangles" presStyleLbl="fgAcc1" presStyleIdx="1" presStyleCnt="4"/>
      <dgm:spPr/>
    </dgm:pt>
    <dgm:pt modelId="{E4F9DBCB-DBBD-4F2A-BC22-3A11165F3E16}" type="pres">
      <dgm:prSet presAssocID="{E52BE8A1-F1F8-448F-91C3-318DD96FF143}" presName="composite" presStyleCnt="0"/>
      <dgm:spPr/>
    </dgm:pt>
    <dgm:pt modelId="{C61D472C-B7F8-45E0-B706-6D8C2E4E08AB}" type="pres">
      <dgm:prSet presAssocID="{E52BE8A1-F1F8-448F-91C3-318DD96FF143}" presName="Parent1" presStyleLbl="alignNode1" presStyleIdx="2" presStyleCnt="5">
        <dgm:presLayoutVars>
          <dgm:chMax val="1"/>
          <dgm:chPref val="1"/>
          <dgm:bulletEnabled val="1"/>
        </dgm:presLayoutVars>
      </dgm:prSet>
      <dgm:spPr/>
    </dgm:pt>
    <dgm:pt modelId="{03B57377-53AB-463A-A4A7-C29E1AF0FFBE}" type="pres">
      <dgm:prSet presAssocID="{E52BE8A1-F1F8-448F-91C3-318DD96FF143}" presName="Childtext1" presStyleLbl="revTx" presStyleIdx="2" presStyleCnt="5">
        <dgm:presLayoutVars>
          <dgm:chMax val="0"/>
          <dgm:chPref val="0"/>
          <dgm:bulletEnabled/>
        </dgm:presLayoutVars>
      </dgm:prSet>
      <dgm:spPr/>
    </dgm:pt>
    <dgm:pt modelId="{729E56DF-2A5B-41DC-87AD-B153470AB98D}" type="pres">
      <dgm:prSet presAssocID="{E52BE8A1-F1F8-448F-91C3-318DD96FF143}" presName="ConnectLine" presStyleLbl="sibTrans1D1" presStyleIdx="2" presStyleCnt="5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92013FAB-F884-45DB-96FF-6EA8C4390967}" type="pres">
      <dgm:prSet presAssocID="{E52BE8A1-F1F8-448F-91C3-318DD96FF143}" presName="ConnectLineEnd" presStyleLbl="node1" presStyleIdx="2" presStyleCnt="5"/>
      <dgm:spPr/>
    </dgm:pt>
    <dgm:pt modelId="{C07FBBB7-DA18-40F6-A2B1-2801F7B3A5E5}" type="pres">
      <dgm:prSet presAssocID="{E52BE8A1-F1F8-448F-91C3-318DD96FF143}" presName="EmptyPane" presStyleCnt="0"/>
      <dgm:spPr/>
    </dgm:pt>
    <dgm:pt modelId="{02A4A300-F6A0-4682-9F86-F5510B773AA5}" type="pres">
      <dgm:prSet presAssocID="{C30DE328-725B-4943-8ED3-F159E613462D}" presName="spaceBetweenRectangles" presStyleLbl="fgAcc1" presStyleIdx="2" presStyleCnt="4"/>
      <dgm:spPr/>
    </dgm:pt>
    <dgm:pt modelId="{0A3383BE-81D8-497D-B7EB-D7383E692980}" type="pres">
      <dgm:prSet presAssocID="{0EC7F129-FBEE-41F7-973F-FB36E9042B15}" presName="composite" presStyleCnt="0"/>
      <dgm:spPr/>
    </dgm:pt>
    <dgm:pt modelId="{F2C7FECE-7794-4225-A78E-6C159942A590}" type="pres">
      <dgm:prSet presAssocID="{0EC7F129-FBEE-41F7-973F-FB36E9042B15}" presName="Parent1" presStyleLbl="alignNode1" presStyleIdx="3" presStyleCnt="5">
        <dgm:presLayoutVars>
          <dgm:chMax val="1"/>
          <dgm:chPref val="1"/>
          <dgm:bulletEnabled val="1"/>
        </dgm:presLayoutVars>
      </dgm:prSet>
      <dgm:spPr/>
    </dgm:pt>
    <dgm:pt modelId="{8449CEE9-17DC-49C4-A051-6C65B8B7BE04}" type="pres">
      <dgm:prSet presAssocID="{0EC7F129-FBEE-41F7-973F-FB36E9042B15}" presName="Childtext1" presStyleLbl="revTx" presStyleIdx="3" presStyleCnt="5">
        <dgm:presLayoutVars>
          <dgm:chMax val="0"/>
          <dgm:chPref val="0"/>
          <dgm:bulletEnabled/>
        </dgm:presLayoutVars>
      </dgm:prSet>
      <dgm:spPr/>
    </dgm:pt>
    <dgm:pt modelId="{1B15BCF0-B43E-4423-9E9C-DE9C972D7AF2}" type="pres">
      <dgm:prSet presAssocID="{0EC7F129-FBEE-41F7-973F-FB36E9042B15}" presName="ConnectLine" presStyleLbl="sibTrans1D1" presStyleIdx="3" presStyleCnt="5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443BC17D-024A-452D-B200-E779784A5DBE}" type="pres">
      <dgm:prSet presAssocID="{0EC7F129-FBEE-41F7-973F-FB36E9042B15}" presName="ConnectLineEnd" presStyleLbl="node1" presStyleIdx="3" presStyleCnt="5"/>
      <dgm:spPr/>
    </dgm:pt>
    <dgm:pt modelId="{DDEDCD6B-AA1E-413B-A8F0-5DA95B655286}" type="pres">
      <dgm:prSet presAssocID="{0EC7F129-FBEE-41F7-973F-FB36E9042B15}" presName="EmptyPane" presStyleCnt="0"/>
      <dgm:spPr/>
    </dgm:pt>
    <dgm:pt modelId="{09AA8396-2389-4FA2-B3E0-2B6C8F055DB7}" type="pres">
      <dgm:prSet presAssocID="{36483FF5-BE1E-4027-9DD4-788569780979}" presName="spaceBetweenRectangles" presStyleLbl="fgAcc1" presStyleIdx="3" presStyleCnt="4"/>
      <dgm:spPr/>
    </dgm:pt>
    <dgm:pt modelId="{2A458536-9858-4F33-8A15-D48C42CEFBAF}" type="pres">
      <dgm:prSet presAssocID="{40C64BFB-BB6D-4785-94A9-1A0D352CD821}" presName="composite" presStyleCnt="0"/>
      <dgm:spPr/>
    </dgm:pt>
    <dgm:pt modelId="{07B84850-C150-47B1-88A7-88FA69B967E0}" type="pres">
      <dgm:prSet presAssocID="{40C64BFB-BB6D-4785-94A9-1A0D352CD821}" presName="Parent1" presStyleLbl="alignNode1" presStyleIdx="4" presStyleCnt="5">
        <dgm:presLayoutVars>
          <dgm:chMax val="1"/>
          <dgm:chPref val="1"/>
          <dgm:bulletEnabled val="1"/>
        </dgm:presLayoutVars>
      </dgm:prSet>
      <dgm:spPr/>
    </dgm:pt>
    <dgm:pt modelId="{C7F0F4BC-EBF7-4ADF-A9F6-FD8DA9543CA0}" type="pres">
      <dgm:prSet presAssocID="{40C64BFB-BB6D-4785-94A9-1A0D352CD821}" presName="Childtext1" presStyleLbl="revTx" presStyleIdx="4" presStyleCnt="5">
        <dgm:presLayoutVars>
          <dgm:chMax val="0"/>
          <dgm:chPref val="0"/>
          <dgm:bulletEnabled/>
        </dgm:presLayoutVars>
      </dgm:prSet>
      <dgm:spPr/>
    </dgm:pt>
    <dgm:pt modelId="{F830329A-90B8-42A1-B732-4F46E7433A9A}" type="pres">
      <dgm:prSet presAssocID="{40C64BFB-BB6D-4785-94A9-1A0D352CD821}" presName="ConnectLine" presStyleLbl="sibTrans1D1" presStyleIdx="4" presStyleCnt="5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AFA1F98E-7014-4882-A2D3-22D977DB5FA5}" type="pres">
      <dgm:prSet presAssocID="{40C64BFB-BB6D-4785-94A9-1A0D352CD821}" presName="ConnectLineEnd" presStyleLbl="node1" presStyleIdx="4" presStyleCnt="5"/>
      <dgm:spPr/>
    </dgm:pt>
    <dgm:pt modelId="{E3D1C5EF-5004-4C48-AB79-472CCEBD68A1}" type="pres">
      <dgm:prSet presAssocID="{40C64BFB-BB6D-4785-94A9-1A0D352CD821}" presName="EmptyPane" presStyleCnt="0"/>
      <dgm:spPr/>
    </dgm:pt>
  </dgm:ptLst>
  <dgm:cxnLst>
    <dgm:cxn modelId="{AB972708-C27B-4B6E-8169-16BC1E7DFE0B}" srcId="{8F425EA4-0FA9-4863-95C3-1F1583DA647D}" destId="{40C64BFB-BB6D-4785-94A9-1A0D352CD821}" srcOrd="4" destOrd="0" parTransId="{CB8396A8-0977-4BD8-9635-31F689F140F0}" sibTransId="{7DD20693-36DC-4A5F-85A1-DE4DD4C4F473}"/>
    <dgm:cxn modelId="{AC1D8E09-D443-43D1-805F-FD2332DC2521}" type="presOf" srcId="{40C64BFB-BB6D-4785-94A9-1A0D352CD821}" destId="{07B84850-C150-47B1-88A7-88FA69B967E0}" srcOrd="0" destOrd="0" presId="urn:microsoft.com/office/officeart/2016/7/layout/HexagonTimeline"/>
    <dgm:cxn modelId="{62E7290E-94F1-4A07-BE9A-2E458065FDBC}" type="presOf" srcId="{0EC7F129-FBEE-41F7-973F-FB36E9042B15}" destId="{F2C7FECE-7794-4225-A78E-6C159942A590}" srcOrd="0" destOrd="0" presId="urn:microsoft.com/office/officeart/2016/7/layout/HexagonTimeline"/>
    <dgm:cxn modelId="{D3FE041C-E472-4352-8148-EA75B043106C}" srcId="{8F425EA4-0FA9-4863-95C3-1F1583DA647D}" destId="{E52BE8A1-F1F8-448F-91C3-318DD96FF143}" srcOrd="2" destOrd="0" parTransId="{D0D116B7-7747-479B-9D74-B513864CD302}" sibTransId="{C30DE328-725B-4943-8ED3-F159E613462D}"/>
    <dgm:cxn modelId="{92974222-F1AB-45D4-80D2-2168EF0EC118}" srcId="{3BA82114-8F9E-4377-BA62-33DCE0B8D98F}" destId="{1BD5C8B2-719D-4A9B-BAB5-E468758CBBB2}" srcOrd="0" destOrd="0" parTransId="{FDEF5993-0EF6-47D3-A927-F4A1BAC36B55}" sibTransId="{A2829CDA-00F5-4735-933D-FEA573E49E97}"/>
    <dgm:cxn modelId="{CC679632-7586-49DE-A029-70687E4D0477}" type="presOf" srcId="{8514A0AB-6D40-440F-BC32-08D2F16CFF4D}" destId="{64FD059F-75BD-4C77-A614-674F56278444}" srcOrd="0" destOrd="0" presId="urn:microsoft.com/office/officeart/2016/7/layout/HexagonTimeline"/>
    <dgm:cxn modelId="{8310D335-84D1-48FC-8B0E-9BFE0B52F78C}" type="presOf" srcId="{E52BE8A1-F1F8-448F-91C3-318DD96FF143}" destId="{C61D472C-B7F8-45E0-B706-6D8C2E4E08AB}" srcOrd="0" destOrd="0" presId="urn:microsoft.com/office/officeart/2016/7/layout/HexagonTimeline"/>
    <dgm:cxn modelId="{F5FFA937-74EC-4583-9A24-695EF69B7EC0}" srcId="{8F425EA4-0FA9-4863-95C3-1F1583DA647D}" destId="{0EC7F129-FBEE-41F7-973F-FB36E9042B15}" srcOrd="3" destOrd="0" parTransId="{384C1090-EA9E-4FF9-B477-4CD6DEDBF803}" sibTransId="{36483FF5-BE1E-4027-9DD4-788569780979}"/>
    <dgm:cxn modelId="{48452138-66C7-4EB0-A00B-2AF5C18D511A}" srcId="{8F425EA4-0FA9-4863-95C3-1F1583DA647D}" destId="{04824BE9-7EB9-4D60-A923-831A54688A00}" srcOrd="0" destOrd="0" parTransId="{865BC876-4901-4EE5-978C-F3D2EF27B880}" sibTransId="{82050E97-EB25-4E05-AA90-0893206E745D}"/>
    <dgm:cxn modelId="{F469653C-9F76-4332-ABA9-FB18245D7646}" type="presOf" srcId="{04824BE9-7EB9-4D60-A923-831A54688A00}" destId="{5C18EEFA-291E-4A7C-A68E-CC7E9B6B1AE1}" srcOrd="0" destOrd="0" presId="urn:microsoft.com/office/officeart/2016/7/layout/HexagonTimeline"/>
    <dgm:cxn modelId="{B443115F-4E44-4329-A0B0-527D26C2130A}" type="presOf" srcId="{3BA82114-8F9E-4377-BA62-33DCE0B8D98F}" destId="{5854D360-D2F8-42ED-B023-9602CB8C755E}" srcOrd="0" destOrd="0" presId="urn:microsoft.com/office/officeart/2016/7/layout/HexagonTimeline"/>
    <dgm:cxn modelId="{7B2AA864-51DE-4F55-AE8A-D0D320EB9BC8}" type="presOf" srcId="{8F425EA4-0FA9-4863-95C3-1F1583DA647D}" destId="{E364E851-BF22-4F9E-B2A1-FF43A56191BF}" srcOrd="0" destOrd="0" presId="urn:microsoft.com/office/officeart/2016/7/layout/HexagonTimeline"/>
    <dgm:cxn modelId="{9ACD7B72-B1CF-4BAE-97E1-77C10A3F1958}" type="presOf" srcId="{7AE4D198-9DAE-4345-BDFE-6195C436FB8E}" destId="{03B57377-53AB-463A-A4A7-C29E1AF0FFBE}" srcOrd="0" destOrd="0" presId="urn:microsoft.com/office/officeart/2016/7/layout/HexagonTimeline"/>
    <dgm:cxn modelId="{04B56A75-6CCA-4122-A565-E85464EC1651}" type="presOf" srcId="{23B12B39-4EC6-48CD-8342-86B433559E05}" destId="{C7F0F4BC-EBF7-4ADF-A9F6-FD8DA9543CA0}" srcOrd="0" destOrd="0" presId="urn:microsoft.com/office/officeart/2016/7/layout/HexagonTimeline"/>
    <dgm:cxn modelId="{8F578D80-FC33-4A70-86B1-5A96F9A39D06}" srcId="{8F425EA4-0FA9-4863-95C3-1F1583DA647D}" destId="{3BA82114-8F9E-4377-BA62-33DCE0B8D98F}" srcOrd="1" destOrd="0" parTransId="{33AA2A99-D34B-4A46-8680-9161C8EA8BAA}" sibTransId="{44DF9787-8079-4857-8099-0C032DF73D59}"/>
    <dgm:cxn modelId="{25D03FB3-4EB1-49FE-BDEA-9397F3FB9186}" srcId="{E52BE8A1-F1F8-448F-91C3-318DD96FF143}" destId="{7AE4D198-9DAE-4345-BDFE-6195C436FB8E}" srcOrd="0" destOrd="0" parTransId="{06024587-790C-4BA3-A3A8-29FFB785FBA8}" sibTransId="{E4269B33-898F-4057-9C7B-6FD9D7123A3D}"/>
    <dgm:cxn modelId="{9CB988C8-EE23-4CFC-9107-98D114873318}" srcId="{0EC7F129-FBEE-41F7-973F-FB36E9042B15}" destId="{FD5B69B4-DA22-4999-96BE-329BBE1A9CB9}" srcOrd="0" destOrd="0" parTransId="{52FCD964-7AF0-4BCA-B26E-5AB157A27B7B}" sibTransId="{0DB6A175-3261-4CA0-96EB-C3F6B9789EDC}"/>
    <dgm:cxn modelId="{2CC32FDE-8D8F-4398-9008-09312881A46E}" type="presOf" srcId="{FD5B69B4-DA22-4999-96BE-329BBE1A9CB9}" destId="{8449CEE9-17DC-49C4-A051-6C65B8B7BE04}" srcOrd="0" destOrd="0" presId="urn:microsoft.com/office/officeart/2016/7/layout/HexagonTimeline"/>
    <dgm:cxn modelId="{031F5EE6-536F-4EC8-A5BA-33E6FA248CD3}" srcId="{40C64BFB-BB6D-4785-94A9-1A0D352CD821}" destId="{23B12B39-4EC6-48CD-8342-86B433559E05}" srcOrd="0" destOrd="0" parTransId="{97EEE26A-7613-48FB-B988-54C9A0E17640}" sibTransId="{02A4951B-B606-4127-B2DB-BF69F82655CB}"/>
    <dgm:cxn modelId="{E4290CF1-F7B4-4011-AF4E-51F168AF0071}" srcId="{04824BE9-7EB9-4D60-A923-831A54688A00}" destId="{8514A0AB-6D40-440F-BC32-08D2F16CFF4D}" srcOrd="0" destOrd="0" parTransId="{A7F567D4-1435-43A2-BB9C-C9A7DA66A7D9}" sibTransId="{2CAC6E7E-BFF3-4E0B-9BDD-BF150B36C84C}"/>
    <dgm:cxn modelId="{A54542F5-C0E0-47EE-8625-BA7F1328812D}" type="presOf" srcId="{1BD5C8B2-719D-4A9B-BAB5-E468758CBBB2}" destId="{F4D7A4B8-FD1E-49FE-ADF0-B8B49099D99B}" srcOrd="0" destOrd="0" presId="urn:microsoft.com/office/officeart/2016/7/layout/HexagonTimeline"/>
    <dgm:cxn modelId="{93028A81-50F7-4B60-B3C7-B15261751B5C}" type="presParOf" srcId="{E364E851-BF22-4F9E-B2A1-FF43A56191BF}" destId="{7DB16D52-F06B-474A-954F-365A162DACDE}" srcOrd="0" destOrd="0" presId="urn:microsoft.com/office/officeart/2016/7/layout/HexagonTimeline"/>
    <dgm:cxn modelId="{08A41394-AEED-46D3-AB51-F54808016DF8}" type="presParOf" srcId="{7DB16D52-F06B-474A-954F-365A162DACDE}" destId="{5C18EEFA-291E-4A7C-A68E-CC7E9B6B1AE1}" srcOrd="0" destOrd="0" presId="urn:microsoft.com/office/officeart/2016/7/layout/HexagonTimeline"/>
    <dgm:cxn modelId="{074022A4-5849-4576-96EF-D6FB27385E6E}" type="presParOf" srcId="{7DB16D52-F06B-474A-954F-365A162DACDE}" destId="{64FD059F-75BD-4C77-A614-674F56278444}" srcOrd="1" destOrd="0" presId="urn:microsoft.com/office/officeart/2016/7/layout/HexagonTimeline"/>
    <dgm:cxn modelId="{AE076B5F-57EB-4268-B0F7-5E417356F117}" type="presParOf" srcId="{7DB16D52-F06B-474A-954F-365A162DACDE}" destId="{7DDCEA5E-661F-44C8-87F1-54566FC89C36}" srcOrd="2" destOrd="0" presId="urn:microsoft.com/office/officeart/2016/7/layout/HexagonTimeline"/>
    <dgm:cxn modelId="{661C21E6-484E-4BD0-BA3D-E33CABFBB263}" type="presParOf" srcId="{7DB16D52-F06B-474A-954F-365A162DACDE}" destId="{187069CC-1F84-4379-A99A-6EA4134275D5}" srcOrd="3" destOrd="0" presId="urn:microsoft.com/office/officeart/2016/7/layout/HexagonTimeline"/>
    <dgm:cxn modelId="{0D48331B-859F-4862-B555-D9A49C9CFFAC}" type="presParOf" srcId="{7DB16D52-F06B-474A-954F-365A162DACDE}" destId="{5254AC4B-9F99-4B50-8235-2D249A5F81FC}" srcOrd="4" destOrd="0" presId="urn:microsoft.com/office/officeart/2016/7/layout/HexagonTimeline"/>
    <dgm:cxn modelId="{724E09E7-5629-4604-ACD2-B60996056F38}" type="presParOf" srcId="{E364E851-BF22-4F9E-B2A1-FF43A56191BF}" destId="{55AD9539-5D8D-4E6C-AF5D-120888DD0ED6}" srcOrd="1" destOrd="0" presId="urn:microsoft.com/office/officeart/2016/7/layout/HexagonTimeline"/>
    <dgm:cxn modelId="{0C2E650A-EDD0-41C3-B866-BAD07AF3355D}" type="presParOf" srcId="{E364E851-BF22-4F9E-B2A1-FF43A56191BF}" destId="{7D16FE57-1507-404C-8051-8832D78A279B}" srcOrd="2" destOrd="0" presId="urn:microsoft.com/office/officeart/2016/7/layout/HexagonTimeline"/>
    <dgm:cxn modelId="{E39F89EC-4264-4CCA-9618-FC7DC56B8C7C}" type="presParOf" srcId="{7D16FE57-1507-404C-8051-8832D78A279B}" destId="{5854D360-D2F8-42ED-B023-9602CB8C755E}" srcOrd="0" destOrd="0" presId="urn:microsoft.com/office/officeart/2016/7/layout/HexagonTimeline"/>
    <dgm:cxn modelId="{75DAFCA7-AB13-4AFC-A043-855C71924694}" type="presParOf" srcId="{7D16FE57-1507-404C-8051-8832D78A279B}" destId="{F4D7A4B8-FD1E-49FE-ADF0-B8B49099D99B}" srcOrd="1" destOrd="0" presId="urn:microsoft.com/office/officeart/2016/7/layout/HexagonTimeline"/>
    <dgm:cxn modelId="{A647A157-0A23-4C38-B3EE-A85E135EBF72}" type="presParOf" srcId="{7D16FE57-1507-404C-8051-8832D78A279B}" destId="{2D941BF4-A0A4-46FD-AAC1-40A8388CBD19}" srcOrd="2" destOrd="0" presId="urn:microsoft.com/office/officeart/2016/7/layout/HexagonTimeline"/>
    <dgm:cxn modelId="{5B2314F4-DC31-497C-9421-1013C83E903E}" type="presParOf" srcId="{7D16FE57-1507-404C-8051-8832D78A279B}" destId="{FEA1EF3D-C5D4-4278-A545-0FC4FC506A34}" srcOrd="3" destOrd="0" presId="urn:microsoft.com/office/officeart/2016/7/layout/HexagonTimeline"/>
    <dgm:cxn modelId="{0CB52EE5-2175-4213-B43B-96C79A9C7005}" type="presParOf" srcId="{7D16FE57-1507-404C-8051-8832D78A279B}" destId="{B9085F31-AE42-4579-B563-09E2EC7A1C50}" srcOrd="4" destOrd="0" presId="urn:microsoft.com/office/officeart/2016/7/layout/HexagonTimeline"/>
    <dgm:cxn modelId="{1F96536C-5D1D-4C3B-9E53-FF6C07622A2D}" type="presParOf" srcId="{E364E851-BF22-4F9E-B2A1-FF43A56191BF}" destId="{9503A872-7BC5-4A97-B876-C4FDBC8CC820}" srcOrd="3" destOrd="0" presId="urn:microsoft.com/office/officeart/2016/7/layout/HexagonTimeline"/>
    <dgm:cxn modelId="{48B602CE-AE7F-4F4E-91BA-C6625B09E373}" type="presParOf" srcId="{E364E851-BF22-4F9E-B2A1-FF43A56191BF}" destId="{E4F9DBCB-DBBD-4F2A-BC22-3A11165F3E16}" srcOrd="4" destOrd="0" presId="urn:microsoft.com/office/officeart/2016/7/layout/HexagonTimeline"/>
    <dgm:cxn modelId="{67747965-C9BF-4FD6-B828-F3B586CC716F}" type="presParOf" srcId="{E4F9DBCB-DBBD-4F2A-BC22-3A11165F3E16}" destId="{C61D472C-B7F8-45E0-B706-6D8C2E4E08AB}" srcOrd="0" destOrd="0" presId="urn:microsoft.com/office/officeart/2016/7/layout/HexagonTimeline"/>
    <dgm:cxn modelId="{55B283B7-43E9-4C32-A8E4-1B08BEF6BF2E}" type="presParOf" srcId="{E4F9DBCB-DBBD-4F2A-BC22-3A11165F3E16}" destId="{03B57377-53AB-463A-A4A7-C29E1AF0FFBE}" srcOrd="1" destOrd="0" presId="urn:microsoft.com/office/officeart/2016/7/layout/HexagonTimeline"/>
    <dgm:cxn modelId="{A30EA641-5C6A-494A-99EE-EF8A2657C0DB}" type="presParOf" srcId="{E4F9DBCB-DBBD-4F2A-BC22-3A11165F3E16}" destId="{729E56DF-2A5B-41DC-87AD-B153470AB98D}" srcOrd="2" destOrd="0" presId="urn:microsoft.com/office/officeart/2016/7/layout/HexagonTimeline"/>
    <dgm:cxn modelId="{6196C857-AE4C-481B-A240-F61E3520060E}" type="presParOf" srcId="{E4F9DBCB-DBBD-4F2A-BC22-3A11165F3E16}" destId="{92013FAB-F884-45DB-96FF-6EA8C4390967}" srcOrd="3" destOrd="0" presId="urn:microsoft.com/office/officeart/2016/7/layout/HexagonTimeline"/>
    <dgm:cxn modelId="{4FB0E865-499A-4DA3-A806-957EAA215469}" type="presParOf" srcId="{E4F9DBCB-DBBD-4F2A-BC22-3A11165F3E16}" destId="{C07FBBB7-DA18-40F6-A2B1-2801F7B3A5E5}" srcOrd="4" destOrd="0" presId="urn:microsoft.com/office/officeart/2016/7/layout/HexagonTimeline"/>
    <dgm:cxn modelId="{B7DB81C4-6CF6-441B-9A07-235A851526C4}" type="presParOf" srcId="{E364E851-BF22-4F9E-B2A1-FF43A56191BF}" destId="{02A4A300-F6A0-4682-9F86-F5510B773AA5}" srcOrd="5" destOrd="0" presId="urn:microsoft.com/office/officeart/2016/7/layout/HexagonTimeline"/>
    <dgm:cxn modelId="{0E95C411-C5A9-41D6-98A5-6329C0503C63}" type="presParOf" srcId="{E364E851-BF22-4F9E-B2A1-FF43A56191BF}" destId="{0A3383BE-81D8-497D-B7EB-D7383E692980}" srcOrd="6" destOrd="0" presId="urn:microsoft.com/office/officeart/2016/7/layout/HexagonTimeline"/>
    <dgm:cxn modelId="{C6732287-049A-4951-965F-784F7D8DBE5B}" type="presParOf" srcId="{0A3383BE-81D8-497D-B7EB-D7383E692980}" destId="{F2C7FECE-7794-4225-A78E-6C159942A590}" srcOrd="0" destOrd="0" presId="urn:microsoft.com/office/officeart/2016/7/layout/HexagonTimeline"/>
    <dgm:cxn modelId="{B1B81FEF-D6F9-4EE5-BF49-6B8125134926}" type="presParOf" srcId="{0A3383BE-81D8-497D-B7EB-D7383E692980}" destId="{8449CEE9-17DC-49C4-A051-6C65B8B7BE04}" srcOrd="1" destOrd="0" presId="urn:microsoft.com/office/officeart/2016/7/layout/HexagonTimeline"/>
    <dgm:cxn modelId="{878B078B-1F55-46C2-AB67-B29F2FF34868}" type="presParOf" srcId="{0A3383BE-81D8-497D-B7EB-D7383E692980}" destId="{1B15BCF0-B43E-4423-9E9C-DE9C972D7AF2}" srcOrd="2" destOrd="0" presId="urn:microsoft.com/office/officeart/2016/7/layout/HexagonTimeline"/>
    <dgm:cxn modelId="{6A3905EA-B127-4337-935C-D7238C439277}" type="presParOf" srcId="{0A3383BE-81D8-497D-B7EB-D7383E692980}" destId="{443BC17D-024A-452D-B200-E779784A5DBE}" srcOrd="3" destOrd="0" presId="urn:microsoft.com/office/officeart/2016/7/layout/HexagonTimeline"/>
    <dgm:cxn modelId="{2E22072E-B61A-4A50-9067-CFBA62D9F24A}" type="presParOf" srcId="{0A3383BE-81D8-497D-B7EB-D7383E692980}" destId="{DDEDCD6B-AA1E-413B-A8F0-5DA95B655286}" srcOrd="4" destOrd="0" presId="urn:microsoft.com/office/officeart/2016/7/layout/HexagonTimeline"/>
    <dgm:cxn modelId="{B2321206-7EB8-4473-9250-32C28DDD5C24}" type="presParOf" srcId="{E364E851-BF22-4F9E-B2A1-FF43A56191BF}" destId="{09AA8396-2389-4FA2-B3E0-2B6C8F055DB7}" srcOrd="7" destOrd="0" presId="urn:microsoft.com/office/officeart/2016/7/layout/HexagonTimeline"/>
    <dgm:cxn modelId="{58C7435A-C25A-4268-906C-0775BC1B4498}" type="presParOf" srcId="{E364E851-BF22-4F9E-B2A1-FF43A56191BF}" destId="{2A458536-9858-4F33-8A15-D48C42CEFBAF}" srcOrd="8" destOrd="0" presId="urn:microsoft.com/office/officeart/2016/7/layout/HexagonTimeline"/>
    <dgm:cxn modelId="{3634B6FC-C375-43A3-AD5C-E76EC6A8C270}" type="presParOf" srcId="{2A458536-9858-4F33-8A15-D48C42CEFBAF}" destId="{07B84850-C150-47B1-88A7-88FA69B967E0}" srcOrd="0" destOrd="0" presId="urn:microsoft.com/office/officeart/2016/7/layout/HexagonTimeline"/>
    <dgm:cxn modelId="{C6EB0A68-0DB6-491E-B0E8-BD3AE5910A52}" type="presParOf" srcId="{2A458536-9858-4F33-8A15-D48C42CEFBAF}" destId="{C7F0F4BC-EBF7-4ADF-A9F6-FD8DA9543CA0}" srcOrd="1" destOrd="0" presId="urn:microsoft.com/office/officeart/2016/7/layout/HexagonTimeline"/>
    <dgm:cxn modelId="{49F7F046-B229-46B1-8342-BF67B65331CF}" type="presParOf" srcId="{2A458536-9858-4F33-8A15-D48C42CEFBAF}" destId="{F830329A-90B8-42A1-B732-4F46E7433A9A}" srcOrd="2" destOrd="0" presId="urn:microsoft.com/office/officeart/2016/7/layout/HexagonTimeline"/>
    <dgm:cxn modelId="{0099C8CF-B286-437C-B90E-391898F9FF56}" type="presParOf" srcId="{2A458536-9858-4F33-8A15-D48C42CEFBAF}" destId="{AFA1F98E-7014-4882-A2D3-22D977DB5FA5}" srcOrd="3" destOrd="0" presId="urn:microsoft.com/office/officeart/2016/7/layout/HexagonTimeline"/>
    <dgm:cxn modelId="{A71E2AE0-1FE1-4DFD-80F3-19578CFAE539}" type="presParOf" srcId="{2A458536-9858-4F33-8A15-D48C42CEFBAF}" destId="{E3D1C5EF-5004-4C48-AB79-472CCEBD68A1}" srcOrd="4" destOrd="0" presId="urn:microsoft.com/office/officeart/2016/7/layout/HexagonTimeline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18EEFA-291E-4A7C-A68E-CC7E9B6B1AE1}">
      <dsp:nvSpPr>
        <dsp:cNvPr id="0" name=""/>
        <dsp:cNvSpPr/>
      </dsp:nvSpPr>
      <dsp:spPr>
        <a:xfrm>
          <a:off x="256832" y="524340"/>
          <a:ext cx="1315119" cy="143001"/>
        </a:xfrm>
        <a:prstGeom prst="homePlate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rtlCol="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8~9</a:t>
          </a:r>
        </a:p>
      </dsp:txBody>
      <dsp:txXfrm>
        <a:off x="256832" y="524340"/>
        <a:ext cx="1286519" cy="143001"/>
      </dsp:txXfrm>
    </dsp:sp>
    <dsp:sp modelId="{64FD059F-75BD-4C77-A614-674F56278444}">
      <dsp:nvSpPr>
        <dsp:cNvPr id="0" name=""/>
        <dsp:cNvSpPr/>
      </dsp:nvSpPr>
      <dsp:spPr>
        <a:xfrm>
          <a:off x="1115" y="0"/>
          <a:ext cx="1826554" cy="381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0" bIns="106680" numCol="1" spcCol="1270" rtlCol="0" anchor="b" anchorCtr="1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發想</a:t>
          </a:r>
          <a:r>
            <a:rPr lang="en-US" altLang="zh-TW" sz="12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&amp;</a:t>
          </a:r>
          <a:r>
            <a:rPr lang="zh-TW" altLang="en-US" sz="12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收集圖片及文案</a:t>
          </a:r>
        </a:p>
      </dsp:txBody>
      <dsp:txXfrm>
        <a:off x="1115" y="0"/>
        <a:ext cx="1826554" cy="381338"/>
      </dsp:txXfrm>
    </dsp:sp>
    <dsp:sp modelId="{55AD9539-5D8D-4E6C-AF5D-120888DD0ED6}">
      <dsp:nvSpPr>
        <dsp:cNvPr id="0" name=""/>
        <dsp:cNvSpPr/>
      </dsp:nvSpPr>
      <dsp:spPr>
        <a:xfrm>
          <a:off x="1571952" y="595841"/>
          <a:ext cx="51143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11435" y="0"/>
              </a:lnTo>
            </a:path>
          </a:pathLst>
        </a:custGeom>
        <a:noFill/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DCEA5E-661F-44C8-87F1-54566FC89C36}">
      <dsp:nvSpPr>
        <dsp:cNvPr id="0" name=""/>
        <dsp:cNvSpPr/>
      </dsp:nvSpPr>
      <dsp:spPr>
        <a:xfrm>
          <a:off x="914392" y="405172"/>
          <a:ext cx="0" cy="119168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7069CC-1F84-4379-A99A-6EA4134275D5}">
      <dsp:nvSpPr>
        <dsp:cNvPr id="0" name=""/>
        <dsp:cNvSpPr/>
      </dsp:nvSpPr>
      <dsp:spPr>
        <a:xfrm>
          <a:off x="902475" y="381338"/>
          <a:ext cx="23833" cy="238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854D360-D2F8-42ED-B023-9602CB8C755E}">
      <dsp:nvSpPr>
        <dsp:cNvPr id="0" name=""/>
        <dsp:cNvSpPr/>
      </dsp:nvSpPr>
      <dsp:spPr>
        <a:xfrm>
          <a:off x="2083387" y="524340"/>
          <a:ext cx="1315119" cy="143001"/>
        </a:xfrm>
        <a:prstGeom prst="hexagon">
          <a:avLst>
            <a:gd name="adj" fmla="val 40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rtlCol="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10~13</a:t>
          </a:r>
        </a:p>
      </dsp:txBody>
      <dsp:txXfrm>
        <a:off x="2212047" y="538330"/>
        <a:ext cx="1057799" cy="115021"/>
      </dsp:txXfrm>
    </dsp:sp>
    <dsp:sp modelId="{F4D7A4B8-FD1E-49FE-ADF0-B8B49099D99B}">
      <dsp:nvSpPr>
        <dsp:cNvPr id="0" name=""/>
        <dsp:cNvSpPr/>
      </dsp:nvSpPr>
      <dsp:spPr>
        <a:xfrm>
          <a:off x="1827669" y="810344"/>
          <a:ext cx="1826554" cy="381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0" bIns="106680" numCol="1" spcCol="1270" rtlCol="0" anchor="t" anchorCtr="1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首頁</a:t>
          </a:r>
          <a:endParaRPr lang="en-US" altLang="zh-TW" sz="1200" kern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1827669" y="810344"/>
        <a:ext cx="1826554" cy="381338"/>
      </dsp:txXfrm>
    </dsp:sp>
    <dsp:sp modelId="{9503A872-7BC5-4A97-B876-C4FDBC8CC820}">
      <dsp:nvSpPr>
        <dsp:cNvPr id="0" name=""/>
        <dsp:cNvSpPr/>
      </dsp:nvSpPr>
      <dsp:spPr>
        <a:xfrm>
          <a:off x="3398506" y="595841"/>
          <a:ext cx="51143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11435" y="0"/>
              </a:lnTo>
            </a:path>
          </a:pathLst>
        </a:custGeom>
        <a:noFill/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941BF4-A0A4-46FD-AAC1-40A8388CBD19}">
      <dsp:nvSpPr>
        <dsp:cNvPr id="0" name=""/>
        <dsp:cNvSpPr/>
      </dsp:nvSpPr>
      <dsp:spPr>
        <a:xfrm>
          <a:off x="2740947" y="667342"/>
          <a:ext cx="0" cy="119168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A1EF3D-C5D4-4278-A545-0FC4FC506A34}">
      <dsp:nvSpPr>
        <dsp:cNvPr id="0" name=""/>
        <dsp:cNvSpPr/>
      </dsp:nvSpPr>
      <dsp:spPr>
        <a:xfrm>
          <a:off x="2729030" y="786510"/>
          <a:ext cx="23833" cy="238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61D472C-B7F8-45E0-B706-6D8C2E4E08AB}">
      <dsp:nvSpPr>
        <dsp:cNvPr id="0" name=""/>
        <dsp:cNvSpPr/>
      </dsp:nvSpPr>
      <dsp:spPr>
        <a:xfrm>
          <a:off x="3909942" y="524340"/>
          <a:ext cx="1315119" cy="143001"/>
        </a:xfrm>
        <a:prstGeom prst="hexagon">
          <a:avLst>
            <a:gd name="adj" fmla="val 40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rtlCol="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14~15</a:t>
          </a:r>
        </a:p>
      </dsp:txBody>
      <dsp:txXfrm>
        <a:off x="4038602" y="538330"/>
        <a:ext cx="1057799" cy="115021"/>
      </dsp:txXfrm>
    </dsp:sp>
    <dsp:sp modelId="{03B57377-53AB-463A-A4A7-C29E1AF0FFBE}">
      <dsp:nvSpPr>
        <dsp:cNvPr id="0" name=""/>
        <dsp:cNvSpPr/>
      </dsp:nvSpPr>
      <dsp:spPr>
        <a:xfrm>
          <a:off x="3654224" y="0"/>
          <a:ext cx="1826554" cy="381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0" bIns="106680" numCol="1" spcCol="1270" rtlCol="0" anchor="b" anchorCtr="1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項目</a:t>
          </a:r>
          <a:endParaRPr lang="en-US" altLang="zh-TW" sz="1200" kern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3654224" y="0"/>
        <a:ext cx="1826554" cy="381338"/>
      </dsp:txXfrm>
    </dsp:sp>
    <dsp:sp modelId="{02A4A300-F6A0-4682-9F86-F5510B773AA5}">
      <dsp:nvSpPr>
        <dsp:cNvPr id="0" name=""/>
        <dsp:cNvSpPr/>
      </dsp:nvSpPr>
      <dsp:spPr>
        <a:xfrm>
          <a:off x="5225061" y="595841"/>
          <a:ext cx="51143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11435" y="0"/>
              </a:lnTo>
            </a:path>
          </a:pathLst>
        </a:custGeom>
        <a:noFill/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9E56DF-2A5B-41DC-87AD-B153470AB98D}">
      <dsp:nvSpPr>
        <dsp:cNvPr id="0" name=""/>
        <dsp:cNvSpPr/>
      </dsp:nvSpPr>
      <dsp:spPr>
        <a:xfrm>
          <a:off x="4567502" y="405172"/>
          <a:ext cx="0" cy="119168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013FAB-F884-45DB-96FF-6EA8C4390967}">
      <dsp:nvSpPr>
        <dsp:cNvPr id="0" name=""/>
        <dsp:cNvSpPr/>
      </dsp:nvSpPr>
      <dsp:spPr>
        <a:xfrm>
          <a:off x="4555585" y="381338"/>
          <a:ext cx="23833" cy="238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2C7FECE-7794-4225-A78E-6C159942A590}">
      <dsp:nvSpPr>
        <dsp:cNvPr id="0" name=""/>
        <dsp:cNvSpPr/>
      </dsp:nvSpPr>
      <dsp:spPr>
        <a:xfrm>
          <a:off x="5736497" y="524340"/>
          <a:ext cx="1315119" cy="143001"/>
        </a:xfrm>
        <a:prstGeom prst="hexagon">
          <a:avLst>
            <a:gd name="adj" fmla="val 40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rtlCol="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16~19</a:t>
          </a:r>
        </a:p>
      </dsp:txBody>
      <dsp:txXfrm>
        <a:off x="5865157" y="538330"/>
        <a:ext cx="1057799" cy="115021"/>
      </dsp:txXfrm>
    </dsp:sp>
    <dsp:sp modelId="{8449CEE9-17DC-49C4-A051-6C65B8B7BE04}">
      <dsp:nvSpPr>
        <dsp:cNvPr id="0" name=""/>
        <dsp:cNvSpPr/>
      </dsp:nvSpPr>
      <dsp:spPr>
        <a:xfrm>
          <a:off x="5480779" y="810344"/>
          <a:ext cx="1826554" cy="381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0" bIns="106680" numCol="1" spcCol="1270" rtlCol="0" anchor="t" anchorCtr="1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線上查價</a:t>
          </a:r>
          <a:endParaRPr lang="en-US" altLang="zh-TW" sz="1200" kern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5480779" y="810344"/>
        <a:ext cx="1826554" cy="381338"/>
      </dsp:txXfrm>
    </dsp:sp>
    <dsp:sp modelId="{09AA8396-2389-4FA2-B3E0-2B6C8F055DB7}">
      <dsp:nvSpPr>
        <dsp:cNvPr id="0" name=""/>
        <dsp:cNvSpPr/>
      </dsp:nvSpPr>
      <dsp:spPr>
        <a:xfrm>
          <a:off x="7051616" y="595841"/>
          <a:ext cx="51143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11435" y="0"/>
              </a:lnTo>
            </a:path>
          </a:pathLst>
        </a:custGeom>
        <a:noFill/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15BCF0-B43E-4423-9E9C-DE9C972D7AF2}">
      <dsp:nvSpPr>
        <dsp:cNvPr id="0" name=""/>
        <dsp:cNvSpPr/>
      </dsp:nvSpPr>
      <dsp:spPr>
        <a:xfrm>
          <a:off x="6394056" y="667342"/>
          <a:ext cx="0" cy="119168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3BC17D-024A-452D-B200-E779784A5DBE}">
      <dsp:nvSpPr>
        <dsp:cNvPr id="0" name=""/>
        <dsp:cNvSpPr/>
      </dsp:nvSpPr>
      <dsp:spPr>
        <a:xfrm>
          <a:off x="6382139" y="786510"/>
          <a:ext cx="23833" cy="238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7B84850-C150-47B1-88A7-88FA69B967E0}">
      <dsp:nvSpPr>
        <dsp:cNvPr id="0" name=""/>
        <dsp:cNvSpPr/>
      </dsp:nvSpPr>
      <dsp:spPr>
        <a:xfrm rot="10800000">
          <a:off x="7563051" y="524340"/>
          <a:ext cx="1315119" cy="143001"/>
        </a:xfrm>
        <a:prstGeom prst="homePlate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rtlCol="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20~21</a:t>
          </a:r>
        </a:p>
      </dsp:txBody>
      <dsp:txXfrm rot="10800000">
        <a:off x="7591651" y="524340"/>
        <a:ext cx="1286519" cy="143001"/>
      </dsp:txXfrm>
    </dsp:sp>
    <dsp:sp modelId="{C7F0F4BC-EBF7-4ADF-A9F6-FD8DA9543CA0}">
      <dsp:nvSpPr>
        <dsp:cNvPr id="0" name=""/>
        <dsp:cNvSpPr/>
      </dsp:nvSpPr>
      <dsp:spPr>
        <a:xfrm>
          <a:off x="7307334" y="0"/>
          <a:ext cx="1826554" cy="381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0" bIns="106680" numCol="1" spcCol="1270" rtlCol="0" anchor="b" anchorCtr="1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聯絡我們</a:t>
          </a:r>
          <a:r>
            <a:rPr lang="en-US" altLang="zh-TW" sz="12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+PPT</a:t>
          </a:r>
          <a:r>
            <a:rPr lang="zh-TW" altLang="en-US" sz="12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製作</a:t>
          </a:r>
          <a:endParaRPr lang="en-US" altLang="zh-TW" sz="1200" kern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7307334" y="0"/>
        <a:ext cx="1826554" cy="381338"/>
      </dsp:txXfrm>
    </dsp:sp>
    <dsp:sp modelId="{F830329A-90B8-42A1-B732-4F46E7433A9A}">
      <dsp:nvSpPr>
        <dsp:cNvPr id="0" name=""/>
        <dsp:cNvSpPr/>
      </dsp:nvSpPr>
      <dsp:spPr>
        <a:xfrm>
          <a:off x="8220611" y="405172"/>
          <a:ext cx="0" cy="119168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A1F98E-7014-4882-A2D3-22D977DB5FA5}">
      <dsp:nvSpPr>
        <dsp:cNvPr id="0" name=""/>
        <dsp:cNvSpPr/>
      </dsp:nvSpPr>
      <dsp:spPr>
        <a:xfrm>
          <a:off x="8208694" y="381338"/>
          <a:ext cx="23833" cy="238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18EEFA-291E-4A7C-A68E-CC7E9B6B1AE1}">
      <dsp:nvSpPr>
        <dsp:cNvPr id="0" name=""/>
        <dsp:cNvSpPr/>
      </dsp:nvSpPr>
      <dsp:spPr>
        <a:xfrm>
          <a:off x="256832" y="524340"/>
          <a:ext cx="1315119" cy="143001"/>
        </a:xfrm>
        <a:prstGeom prst="homePlate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rtlCol="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8~9</a:t>
          </a:r>
        </a:p>
      </dsp:txBody>
      <dsp:txXfrm>
        <a:off x="256832" y="524340"/>
        <a:ext cx="1286519" cy="143001"/>
      </dsp:txXfrm>
    </dsp:sp>
    <dsp:sp modelId="{64FD059F-75BD-4C77-A614-674F56278444}">
      <dsp:nvSpPr>
        <dsp:cNvPr id="0" name=""/>
        <dsp:cNvSpPr/>
      </dsp:nvSpPr>
      <dsp:spPr>
        <a:xfrm>
          <a:off x="1115" y="0"/>
          <a:ext cx="1826554" cy="381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0" bIns="106680" numCol="1" spcCol="1270" rtlCol="0" anchor="b" anchorCtr="1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發想</a:t>
          </a:r>
          <a:r>
            <a:rPr lang="en-US" altLang="zh-TW" sz="12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&amp;</a:t>
          </a:r>
          <a:r>
            <a:rPr lang="zh-TW" altLang="en-US" sz="12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收集圖片及文案</a:t>
          </a:r>
        </a:p>
      </dsp:txBody>
      <dsp:txXfrm>
        <a:off x="1115" y="0"/>
        <a:ext cx="1826554" cy="381338"/>
      </dsp:txXfrm>
    </dsp:sp>
    <dsp:sp modelId="{55AD9539-5D8D-4E6C-AF5D-120888DD0ED6}">
      <dsp:nvSpPr>
        <dsp:cNvPr id="0" name=""/>
        <dsp:cNvSpPr/>
      </dsp:nvSpPr>
      <dsp:spPr>
        <a:xfrm>
          <a:off x="1571952" y="595841"/>
          <a:ext cx="51143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11435" y="0"/>
              </a:lnTo>
            </a:path>
          </a:pathLst>
        </a:custGeom>
        <a:noFill/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DCEA5E-661F-44C8-87F1-54566FC89C36}">
      <dsp:nvSpPr>
        <dsp:cNvPr id="0" name=""/>
        <dsp:cNvSpPr/>
      </dsp:nvSpPr>
      <dsp:spPr>
        <a:xfrm>
          <a:off x="914392" y="405172"/>
          <a:ext cx="0" cy="119168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7069CC-1F84-4379-A99A-6EA4134275D5}">
      <dsp:nvSpPr>
        <dsp:cNvPr id="0" name=""/>
        <dsp:cNvSpPr/>
      </dsp:nvSpPr>
      <dsp:spPr>
        <a:xfrm>
          <a:off x="902475" y="381338"/>
          <a:ext cx="23833" cy="238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854D360-D2F8-42ED-B023-9602CB8C755E}">
      <dsp:nvSpPr>
        <dsp:cNvPr id="0" name=""/>
        <dsp:cNvSpPr/>
      </dsp:nvSpPr>
      <dsp:spPr>
        <a:xfrm>
          <a:off x="2083387" y="524340"/>
          <a:ext cx="1315119" cy="143001"/>
        </a:xfrm>
        <a:prstGeom prst="hexagon">
          <a:avLst>
            <a:gd name="adj" fmla="val 40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rtlCol="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10~15</a:t>
          </a:r>
        </a:p>
      </dsp:txBody>
      <dsp:txXfrm>
        <a:off x="2212047" y="538330"/>
        <a:ext cx="1057799" cy="115021"/>
      </dsp:txXfrm>
    </dsp:sp>
    <dsp:sp modelId="{F4D7A4B8-FD1E-49FE-ADF0-B8B49099D99B}">
      <dsp:nvSpPr>
        <dsp:cNvPr id="0" name=""/>
        <dsp:cNvSpPr/>
      </dsp:nvSpPr>
      <dsp:spPr>
        <a:xfrm>
          <a:off x="1827669" y="810344"/>
          <a:ext cx="1826554" cy="381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0" bIns="106680" numCol="1" spcCol="1270" rtlCol="0" anchor="t" anchorCtr="1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首頁</a:t>
          </a:r>
          <a:endParaRPr lang="en-US" altLang="zh-TW" sz="1200" kern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1827669" y="810344"/>
        <a:ext cx="1826554" cy="381338"/>
      </dsp:txXfrm>
    </dsp:sp>
    <dsp:sp modelId="{9503A872-7BC5-4A97-B876-C4FDBC8CC820}">
      <dsp:nvSpPr>
        <dsp:cNvPr id="0" name=""/>
        <dsp:cNvSpPr/>
      </dsp:nvSpPr>
      <dsp:spPr>
        <a:xfrm>
          <a:off x="3398506" y="595841"/>
          <a:ext cx="51143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11435" y="0"/>
              </a:lnTo>
            </a:path>
          </a:pathLst>
        </a:custGeom>
        <a:noFill/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941BF4-A0A4-46FD-AAC1-40A8388CBD19}">
      <dsp:nvSpPr>
        <dsp:cNvPr id="0" name=""/>
        <dsp:cNvSpPr/>
      </dsp:nvSpPr>
      <dsp:spPr>
        <a:xfrm>
          <a:off x="2740946" y="667342"/>
          <a:ext cx="0" cy="119168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A1EF3D-C5D4-4278-A545-0FC4FC506A34}">
      <dsp:nvSpPr>
        <dsp:cNvPr id="0" name=""/>
        <dsp:cNvSpPr/>
      </dsp:nvSpPr>
      <dsp:spPr>
        <a:xfrm>
          <a:off x="2729030" y="786510"/>
          <a:ext cx="23833" cy="238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61D472C-B7F8-45E0-B706-6D8C2E4E08AB}">
      <dsp:nvSpPr>
        <dsp:cNvPr id="0" name=""/>
        <dsp:cNvSpPr/>
      </dsp:nvSpPr>
      <dsp:spPr>
        <a:xfrm>
          <a:off x="3909941" y="524340"/>
          <a:ext cx="1315119" cy="143001"/>
        </a:xfrm>
        <a:prstGeom prst="hexagon">
          <a:avLst>
            <a:gd name="adj" fmla="val 40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rtlCol="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16</a:t>
          </a:r>
        </a:p>
      </dsp:txBody>
      <dsp:txXfrm>
        <a:off x="4038601" y="538330"/>
        <a:ext cx="1057799" cy="115021"/>
      </dsp:txXfrm>
    </dsp:sp>
    <dsp:sp modelId="{03B57377-53AB-463A-A4A7-C29E1AF0FFBE}">
      <dsp:nvSpPr>
        <dsp:cNvPr id="0" name=""/>
        <dsp:cNvSpPr/>
      </dsp:nvSpPr>
      <dsp:spPr>
        <a:xfrm>
          <a:off x="3654224" y="0"/>
          <a:ext cx="1826554" cy="381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0" bIns="106680" numCol="1" spcCol="1270" rtlCol="0" anchor="b" anchorCtr="1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項目</a:t>
          </a:r>
          <a:endParaRPr lang="en-US" altLang="zh-TW" sz="1200" kern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3654224" y="0"/>
        <a:ext cx="1826554" cy="381338"/>
      </dsp:txXfrm>
    </dsp:sp>
    <dsp:sp modelId="{02A4A300-F6A0-4682-9F86-F5510B773AA5}">
      <dsp:nvSpPr>
        <dsp:cNvPr id="0" name=""/>
        <dsp:cNvSpPr/>
      </dsp:nvSpPr>
      <dsp:spPr>
        <a:xfrm>
          <a:off x="5225061" y="595841"/>
          <a:ext cx="51143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11435" y="0"/>
              </a:lnTo>
            </a:path>
          </a:pathLst>
        </a:custGeom>
        <a:noFill/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9E56DF-2A5B-41DC-87AD-B153470AB98D}">
      <dsp:nvSpPr>
        <dsp:cNvPr id="0" name=""/>
        <dsp:cNvSpPr/>
      </dsp:nvSpPr>
      <dsp:spPr>
        <a:xfrm>
          <a:off x="4567501" y="405172"/>
          <a:ext cx="0" cy="119168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013FAB-F884-45DB-96FF-6EA8C4390967}">
      <dsp:nvSpPr>
        <dsp:cNvPr id="0" name=""/>
        <dsp:cNvSpPr/>
      </dsp:nvSpPr>
      <dsp:spPr>
        <a:xfrm>
          <a:off x="4555584" y="381338"/>
          <a:ext cx="23833" cy="238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2C7FECE-7794-4225-A78E-6C159942A590}">
      <dsp:nvSpPr>
        <dsp:cNvPr id="0" name=""/>
        <dsp:cNvSpPr/>
      </dsp:nvSpPr>
      <dsp:spPr>
        <a:xfrm>
          <a:off x="5736496" y="524340"/>
          <a:ext cx="1315119" cy="143001"/>
        </a:xfrm>
        <a:prstGeom prst="hexagon">
          <a:avLst>
            <a:gd name="adj" fmla="val 40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rtlCol="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17~20</a:t>
          </a:r>
        </a:p>
      </dsp:txBody>
      <dsp:txXfrm>
        <a:off x="5865156" y="538330"/>
        <a:ext cx="1057799" cy="115021"/>
      </dsp:txXfrm>
    </dsp:sp>
    <dsp:sp modelId="{8449CEE9-17DC-49C4-A051-6C65B8B7BE04}">
      <dsp:nvSpPr>
        <dsp:cNvPr id="0" name=""/>
        <dsp:cNvSpPr/>
      </dsp:nvSpPr>
      <dsp:spPr>
        <a:xfrm>
          <a:off x="5480778" y="810344"/>
          <a:ext cx="1826554" cy="381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0" bIns="106680" numCol="1" spcCol="1270" rtlCol="0" anchor="t" anchorCtr="1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線上查價</a:t>
          </a:r>
          <a:r>
            <a:rPr lang="en-US" altLang="zh-TW" sz="12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+</a:t>
          </a:r>
          <a:r>
            <a:rPr lang="zh-TW" altLang="en-US" sz="12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聯絡我們</a:t>
          </a:r>
          <a:endParaRPr lang="en-US" altLang="zh-TW" sz="1200" kern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5480778" y="810344"/>
        <a:ext cx="1826554" cy="381338"/>
      </dsp:txXfrm>
    </dsp:sp>
    <dsp:sp modelId="{09AA8396-2389-4FA2-B3E0-2B6C8F055DB7}">
      <dsp:nvSpPr>
        <dsp:cNvPr id="0" name=""/>
        <dsp:cNvSpPr/>
      </dsp:nvSpPr>
      <dsp:spPr>
        <a:xfrm>
          <a:off x="7051615" y="595841"/>
          <a:ext cx="51143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11435" y="0"/>
              </a:lnTo>
            </a:path>
          </a:pathLst>
        </a:custGeom>
        <a:noFill/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15BCF0-B43E-4423-9E9C-DE9C972D7AF2}">
      <dsp:nvSpPr>
        <dsp:cNvPr id="0" name=""/>
        <dsp:cNvSpPr/>
      </dsp:nvSpPr>
      <dsp:spPr>
        <a:xfrm>
          <a:off x="6394056" y="667342"/>
          <a:ext cx="0" cy="119168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3BC17D-024A-452D-B200-E779784A5DBE}">
      <dsp:nvSpPr>
        <dsp:cNvPr id="0" name=""/>
        <dsp:cNvSpPr/>
      </dsp:nvSpPr>
      <dsp:spPr>
        <a:xfrm>
          <a:off x="6382139" y="786510"/>
          <a:ext cx="23833" cy="238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7B84850-C150-47B1-88A7-88FA69B967E0}">
      <dsp:nvSpPr>
        <dsp:cNvPr id="0" name=""/>
        <dsp:cNvSpPr/>
      </dsp:nvSpPr>
      <dsp:spPr>
        <a:xfrm rot="10800000">
          <a:off x="7563050" y="524340"/>
          <a:ext cx="1315119" cy="143001"/>
        </a:xfrm>
        <a:prstGeom prst="homePlate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rtlCol="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21</a:t>
          </a:r>
        </a:p>
      </dsp:txBody>
      <dsp:txXfrm rot="10800000">
        <a:off x="7591650" y="524340"/>
        <a:ext cx="1286519" cy="143001"/>
      </dsp:txXfrm>
    </dsp:sp>
    <dsp:sp modelId="{C7F0F4BC-EBF7-4ADF-A9F6-FD8DA9543CA0}">
      <dsp:nvSpPr>
        <dsp:cNvPr id="0" name=""/>
        <dsp:cNvSpPr/>
      </dsp:nvSpPr>
      <dsp:spPr>
        <a:xfrm>
          <a:off x="7307333" y="0"/>
          <a:ext cx="1826554" cy="381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0" bIns="106680" numCol="1" spcCol="1270" rtlCol="0" anchor="b" anchorCtr="1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PPT</a:t>
          </a:r>
          <a:r>
            <a:rPr lang="zh-TW" altLang="en-US" sz="12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製作</a:t>
          </a:r>
          <a:endParaRPr lang="en-US" altLang="zh-TW" sz="1200" kern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7307333" y="0"/>
        <a:ext cx="1826554" cy="381338"/>
      </dsp:txXfrm>
    </dsp:sp>
    <dsp:sp modelId="{F830329A-90B8-42A1-B732-4F46E7433A9A}">
      <dsp:nvSpPr>
        <dsp:cNvPr id="0" name=""/>
        <dsp:cNvSpPr/>
      </dsp:nvSpPr>
      <dsp:spPr>
        <a:xfrm>
          <a:off x="8220610" y="405172"/>
          <a:ext cx="0" cy="119168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A1F98E-7014-4882-A2D3-22D977DB5FA5}">
      <dsp:nvSpPr>
        <dsp:cNvPr id="0" name=""/>
        <dsp:cNvSpPr/>
      </dsp:nvSpPr>
      <dsp:spPr>
        <a:xfrm>
          <a:off x="8208693" y="381338"/>
          <a:ext cx="23833" cy="238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HexagonTimeline">
  <dgm:title val="六邊形時間表"/>
  <dgm:desc val="用來顯示按照時間順序的活動清單。隱藏的方塊包含描述，而日期則顯示在六邊形中，除了日期將顯示在首頁圖形中的第一個和最後一個節點以外。它可以顯示含有中等長度日期格式的大量文字。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animLvl val="lvl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1" val="20"/>
      <dgm:constr type="primFontSz" for="des" forName="Childtext1" val="20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w" for="ch" forName="spaceBetweenRectangles" refType="w" fact="0"/>
      <dgm:constr type="h" for="ch" forName="spaceBetweenRectangles" refType="h" fact="0"/>
      <dgm:constr type="primFontSz" for="des" forName="Parent1" op="equ"/>
      <dgm:constr type="primFontSz" for="des" forName="Childtext1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casesForSnakingLogic">
          <dgm:if name="Name7" axis="self" ptType="node" func="posOdd" op="equ" val="1">
            <dgm:constrLst>
              <dgm:constr type="w" for="ch" forName="Parent1" refType="w" fact="0.72"/>
              <dgm:constr type="ctrY" for="ch" forName="Parent1" refType="h" fact="0.5"/>
              <dgm:constr type="h" for="ch" forName="Parent1" refType="h" fact="0.12"/>
              <dgm:constr type="l" for="ch" forName="Parent1" refType="w" fact="0.14"/>
              <dgm:constr type="w" for="ch" forName="Childtext1" refType="w"/>
              <dgm:constr type="h" for="ch" forName="Childtext1" refType="h" fact="0.32"/>
              <dgm:constr type="t" for="ch" forName="Childtext1" refType="h" fact="0"/>
              <dgm:constr type="w" for="ch" forName="ConnectLine"/>
              <dgm:constr type="h" for="ch" forName="ConnectLine" refType="h" fact="0.1"/>
              <dgm:constr type="b" for="ch" forName="ConnectLine" refType="t" refFor="ch" refForName="Parent1"/>
              <dgm:constr type="ctrX" for="ch" forName="ConnectLine" refType="w" fact="0.5"/>
              <dgm:constr type="w" for="ch" forName="ConnectLineEnd" refType="h" fact="0.02"/>
              <dgm:constr type="h" for="ch" forName="ConnectLineEnd" refType="h" fact="0.02"/>
              <dgm:constr type="b" for="ch" forName="ConnectLineEnd" refType="t" refFor="ch" refForName="ConnectLine"/>
              <dgm:constr type="ctrX" for="ch" forName="ConnectLineEnd" refType="ctrX" refFor="ch" refForName="ConnectLine"/>
              <dgm:constr type="w" for="ch" forName="EmptyPane" refType="w"/>
              <dgm:constr type="b" for="ch" forName="EmptyPane" refType="h"/>
              <dgm:constr type="h" for="ch" forName="EmptyPane" refType="h" fact="0.44"/>
            </dgm:constrLst>
          </dgm:if>
          <dgm:else name="Name8">
            <dgm:constrLst>
              <dgm:constr type="w" for="ch" forName="Parent1" refType="w" fact="0.72"/>
              <dgm:constr type="ctrY" for="ch" forName="Parent1" refType="h" fact="0.5"/>
              <dgm:constr type="h" for="ch" forName="Parent1" refType="h" fact="0.12"/>
              <dgm:constr type="l" for="ch" forName="Parent1" refType="w" fact="0.14"/>
              <dgm:constr type="w" for="ch" forName="Childtext1" refType="w"/>
              <dgm:constr type="h" for="ch" forName="Childtext1" refType="h" fact="0.32"/>
              <dgm:constr type="b" for="ch" forName="Childtext1" refType="h"/>
              <dgm:constr type="w" for="ch" forName="ConnectLine"/>
              <dgm:constr type="h" for="ch" forName="ConnectLine" refType="h" fact="0.1"/>
              <dgm:constr type="t" for="ch" forName="ConnectLine" refType="b" refFor="ch" refForName="Parent1"/>
              <dgm:constr type="ctrX" for="ch" forName="ConnectLine" refType="w" fact="0.5"/>
              <dgm:constr type="w" for="ch" forName="ConnectLineEnd" refType="h" fact="0.02"/>
              <dgm:constr type="h" for="ch" forName="ConnectLineEnd" refType="h" fact="0.02"/>
              <dgm:constr type="t" for="ch" forName="ConnectLineEnd" refType="b" refFor="ch" refForName="ConnectLine"/>
              <dgm:constr type="ctrX" for="ch" forName="ConnectLineEnd" refType="ctrX" refFor="ch" refForName="ConnectLine"/>
              <dgm:constr type="w" for="ch" forName="EmptyPane" refType="w"/>
              <dgm:constr type="h" for="ch" forName="EmptyPane" refType="h" fact="0.44"/>
            </dgm:constrLst>
          </dgm:else>
        </dgm:choose>
        <dgm:layoutNode name="Parent1" styleLbl="alignNode1">
          <dgm:varLst>
            <dgm:chMax val="1"/>
            <dgm:chPref val="1"/>
            <dgm:bulletEnabled val="1"/>
          </dgm:varLst>
          <dgm:alg type="tx"/>
          <dgm:choose name="casesForFirstAndLastNode">
            <dgm:if name="startNode" axis="self" ptType="node" func="pos" op="equ" val="1">
              <dgm:choose name="removeLineWhenOnlyOneNode">
                <dgm:if name="ifOnlyOneNode" axis="followSib" ptType="node" func="cnt" op="equ" val="0">
                  <dgm:shape xmlns:r="http://schemas.openxmlformats.org/officeDocument/2006/relationships" type="rect" r:blip="">
                    <dgm:adjLst/>
                  </dgm:shape>
                </dgm:if>
                <dgm:else name="ifMoreThanOneNode">
                  <dgm:choose name="Name18">
                    <dgm:if name="Name19" func="var" arg="dir" op="equ" val="norm">
                      <dgm:shape xmlns:r="http://schemas.openxmlformats.org/officeDocument/2006/relationships" type="homePlate" r:blip="">
                        <dgm:adjLst>
                          <dgm:adj idx="1" val="0.4"/>
                        </dgm:adjLst>
                      </dgm:shape>
                    </dgm:if>
                    <dgm:else name="Name20">
                      <dgm:shape xmlns:r="http://schemas.openxmlformats.org/officeDocument/2006/relationships" rot="180" type="homePlate" r:blip="">
                        <dgm:adjLst>
                          <dgm:adj idx="1" val="0.4"/>
                        </dgm:adjLst>
                      </dgm:shape>
                    </dgm:else>
                  </dgm:choose>
                </dgm:else>
              </dgm:choose>
            </dgm:if>
            <dgm:else name="notStartNode">
              <dgm:choose name="Name22">
                <dgm:if name="Name23" axis="self" ptType="node" func="revPos" op="equ" val="1">
                  <dgm:choose name="Name24">
                    <dgm:if name="Name25" func="var" arg="dir" op="equ" val="norm">
                      <dgm:shape xmlns:r="http://schemas.openxmlformats.org/officeDocument/2006/relationships" rot="180" type="homePlate" r:blip="">
                        <dgm:adjLst>
                          <dgm:adj idx="1" val="0.4"/>
                        </dgm:adjLst>
                      </dgm:shape>
                    </dgm:if>
                    <dgm:else name="Name26">
                      <dgm:shape xmlns:r="http://schemas.openxmlformats.org/officeDocument/2006/relationships" type="homePlate" r:blip="">
                        <dgm:adjLst>
                          <dgm:adj idx="1" val="0.4"/>
                        </dgm:adjLst>
                      </dgm:shape>
                    </dgm:else>
                  </dgm:choose>
                </dgm:if>
                <dgm:else name="Name27">
                  <dgm:shape xmlns:r="http://schemas.openxmlformats.org/officeDocument/2006/relationships" type="hexagon" r:blip="">
                    <dgm:adjLst>
                      <dgm:adj idx="1" val="0.4"/>
                    </dgm:adjLst>
                  </dgm:shape>
                </dgm:else>
              </dgm:choose>
            </dgm:else>
          </dgm:choose>
          <dgm:presOf axis="self" ptType="node"/>
          <dgm:constrLst>
            <dgm:constr type="lMarg" refType="primFontSz" fact="0.6"/>
            <dgm:constr type="rMarg" refType="primFontSz" fact="0.6"/>
            <dgm:constr type="tMarg" refType="primFontSz" fact="0.6"/>
            <dgm:constr type="bMarg" refType="primFontSz" fact="0.6"/>
          </dgm:constrLst>
          <dgm:ruleLst>
            <dgm:rule type="primFontSz" val="11" fact="NaN" max="NaN"/>
          </dgm:ruleLst>
        </dgm:layoutNode>
        <dgm:layoutNode name="Childtext1" styleLbl="revTx" moveWith="Parent1">
          <dgm:varLst>
            <dgm:chMax val="0"/>
            <dgm:chPref val="0"/>
            <dgm:bulletEnabled/>
          </dgm:varLst>
          <dgm:choose name="casesForTxtDirLogic1">
            <dgm:if name="Name77" axis="self" ptType="node" func="posOdd" op="equ" val="1">
              <dgm:alg type="tx">
                <dgm:param type="txAnchorVert" val="b"/>
                <dgm:param type="txAnchorHorz" val="ctr"/>
                <dgm:param type="parTxRTLAlign" val="ctr"/>
                <dgm:param type="parTxLTRAlign" val="ctr"/>
              </dgm:alg>
            </dgm:if>
            <dgm:else name="Name88">
              <dgm:alg type="tx">
                <dgm:param type="txAnchorVert" val="t"/>
                <dgm:param type="txAnchorHorz" val="ctr"/>
                <dgm:param type="parTxRTLAlign" val="ctr"/>
                <dgm:param type="parTxLTRAlign" val="ctr"/>
              </dgm:alg>
            </dgm:else>
          </dgm:choose>
          <dgm:shape xmlns:r="http://schemas.openxmlformats.org/officeDocument/2006/relationships" type="rect" r:blip="">
            <dgm:adjLst/>
          </dgm:shape>
          <dgm:constrLst>
            <dgm:constr type="lMarg"/>
            <dgm:constr type="rMarg"/>
            <dgm:constr type="tMarg" refType="primFontSz" fact="0.7"/>
            <dgm:constr type="bMarg" refType="primFontSz" fact="0.7"/>
          </dgm:constrLst>
          <dgm:presOf axis="ch" ptType="node"/>
          <dgm:ruleLst>
            <dgm:rule type="primFontSz" val="11" fact="NaN" max="NaN"/>
          </dgm:ruleLst>
        </dgm:layoutNode>
        <dgm:layoutNode name="ConnectLine" styleLbl="sibTrans1D1" moveWith="Parent1">
          <dgm:alg type="sp"/>
          <dgm:shape xmlns:r="http://schemas.openxmlformats.org/officeDocument/2006/relationships" type="line" r:blip="">
            <dgm:adjLst/>
            <dgm:extLst>
              <a:ext uri="{B698B0E9-8C71-41B9-8309-B3DCBF30829C}">
                <dgm1612:spPr xmlns:dgm1612="http://schemas.microsoft.com/office/drawing/2016/12/diagram">
                  <a:ln w="12700">
                    <a:prstDash val="dash"/>
                  </a:ln>
                </dgm1612:spPr>
              </a:ext>
            </dgm:extLst>
          </dgm:shape>
          <dgm:presOf/>
          <dgm:constrLst/>
        </dgm:layoutNode>
        <dgm:layoutNode name="ConnectLineEnd" styleLbl="node1" moveWith="Parent1">
          <dgm:alg type="sp"/>
          <dgm:shape xmlns:r="http://schemas.openxmlformats.org/officeDocument/2006/relationships" type="rect" r:blip="">
            <dgm:adjLst/>
          </dgm:shape>
          <dgm:presOf/>
          <dgm:constrLst/>
        </dgm:layoutNode>
        <dgm:layoutNode name="EmptyPane" moveWith="Parent1">
          <dgm:alg type="sp"/>
          <dgm:shape xmlns:r="http://schemas.openxmlformats.org/officeDocument/2006/relationships" r:blip="">
            <dgm:adjLst/>
          </dgm:shape>
          <dgm:presOf/>
          <dgm:constrLst/>
        </dgm:layoutNode>
      </dgm:layoutNode>
      <dgm:forEach name="Name28" axis="followSib" ptType="sibTrans" cnt="1">
        <dgm:layoutNode name="spaceBetweenRectangles" styleLbl="fgAcc1">
          <dgm:alg type="conn">
            <dgm:param type="dim" val="1D"/>
            <dgm:param type="srcNode" val="Parent1"/>
            <dgm:param type="dstNode" val="Parent1"/>
            <dgm:param type="begPts" val="midR"/>
            <dgm:param type="endPts" val="midL"/>
            <dgm:param type="endSty" val="noArr"/>
          </dgm:alg>
          <dgm:shape xmlns:r="http://schemas.openxmlformats.org/officeDocument/2006/relationships" type="conn" r:blip="" zOrderOff="-2">
            <dgm:adjLst/>
          </dgm:shape>
          <dgm:presOf/>
          <dgm:constrLst>
            <dgm:constr type="connDist"/>
            <dgm:constr type="begPad"/>
            <dgm:constr type="endPad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HexagonTimeline">
  <dgm:title val="六邊形時間表"/>
  <dgm:desc val="用來顯示按照時間順序的活動清單。隱藏的方塊包含描述，而日期則顯示在六邊形中，除了日期將顯示在首頁圖形中的第一個和最後一個節點以外。它可以顯示含有中等長度日期格式的大量文字。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animLvl val="lvl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1" val="20"/>
      <dgm:constr type="primFontSz" for="des" forName="Childtext1" val="20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w" for="ch" forName="spaceBetweenRectangles" refType="w" fact="0"/>
      <dgm:constr type="h" for="ch" forName="spaceBetweenRectangles" refType="h" fact="0"/>
      <dgm:constr type="primFontSz" for="des" forName="Parent1" op="equ"/>
      <dgm:constr type="primFontSz" for="des" forName="Childtext1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casesForSnakingLogic">
          <dgm:if name="Name7" axis="self" ptType="node" func="posOdd" op="equ" val="1">
            <dgm:constrLst>
              <dgm:constr type="w" for="ch" forName="Parent1" refType="w" fact="0.72"/>
              <dgm:constr type="ctrY" for="ch" forName="Parent1" refType="h" fact="0.5"/>
              <dgm:constr type="h" for="ch" forName="Parent1" refType="h" fact="0.12"/>
              <dgm:constr type="l" for="ch" forName="Parent1" refType="w" fact="0.14"/>
              <dgm:constr type="w" for="ch" forName="Childtext1" refType="w"/>
              <dgm:constr type="h" for="ch" forName="Childtext1" refType="h" fact="0.32"/>
              <dgm:constr type="t" for="ch" forName="Childtext1" refType="h" fact="0"/>
              <dgm:constr type="w" for="ch" forName="ConnectLine"/>
              <dgm:constr type="h" for="ch" forName="ConnectLine" refType="h" fact="0.1"/>
              <dgm:constr type="b" for="ch" forName="ConnectLine" refType="t" refFor="ch" refForName="Parent1"/>
              <dgm:constr type="ctrX" for="ch" forName="ConnectLine" refType="w" fact="0.5"/>
              <dgm:constr type="w" for="ch" forName="ConnectLineEnd" refType="h" fact="0.02"/>
              <dgm:constr type="h" for="ch" forName="ConnectLineEnd" refType="h" fact="0.02"/>
              <dgm:constr type="b" for="ch" forName="ConnectLineEnd" refType="t" refFor="ch" refForName="ConnectLine"/>
              <dgm:constr type="ctrX" for="ch" forName="ConnectLineEnd" refType="ctrX" refFor="ch" refForName="ConnectLine"/>
              <dgm:constr type="w" for="ch" forName="EmptyPane" refType="w"/>
              <dgm:constr type="b" for="ch" forName="EmptyPane" refType="h"/>
              <dgm:constr type="h" for="ch" forName="EmptyPane" refType="h" fact="0.44"/>
            </dgm:constrLst>
          </dgm:if>
          <dgm:else name="Name8">
            <dgm:constrLst>
              <dgm:constr type="w" for="ch" forName="Parent1" refType="w" fact="0.72"/>
              <dgm:constr type="ctrY" for="ch" forName="Parent1" refType="h" fact="0.5"/>
              <dgm:constr type="h" for="ch" forName="Parent1" refType="h" fact="0.12"/>
              <dgm:constr type="l" for="ch" forName="Parent1" refType="w" fact="0.14"/>
              <dgm:constr type="w" for="ch" forName="Childtext1" refType="w"/>
              <dgm:constr type="h" for="ch" forName="Childtext1" refType="h" fact="0.32"/>
              <dgm:constr type="b" for="ch" forName="Childtext1" refType="h"/>
              <dgm:constr type="w" for="ch" forName="ConnectLine"/>
              <dgm:constr type="h" for="ch" forName="ConnectLine" refType="h" fact="0.1"/>
              <dgm:constr type="t" for="ch" forName="ConnectLine" refType="b" refFor="ch" refForName="Parent1"/>
              <dgm:constr type="ctrX" for="ch" forName="ConnectLine" refType="w" fact="0.5"/>
              <dgm:constr type="w" for="ch" forName="ConnectLineEnd" refType="h" fact="0.02"/>
              <dgm:constr type="h" for="ch" forName="ConnectLineEnd" refType="h" fact="0.02"/>
              <dgm:constr type="t" for="ch" forName="ConnectLineEnd" refType="b" refFor="ch" refForName="ConnectLine"/>
              <dgm:constr type="ctrX" for="ch" forName="ConnectLineEnd" refType="ctrX" refFor="ch" refForName="ConnectLine"/>
              <dgm:constr type="w" for="ch" forName="EmptyPane" refType="w"/>
              <dgm:constr type="h" for="ch" forName="EmptyPane" refType="h" fact="0.44"/>
            </dgm:constrLst>
          </dgm:else>
        </dgm:choose>
        <dgm:layoutNode name="Parent1" styleLbl="alignNode1">
          <dgm:varLst>
            <dgm:chMax val="1"/>
            <dgm:chPref val="1"/>
            <dgm:bulletEnabled val="1"/>
          </dgm:varLst>
          <dgm:alg type="tx"/>
          <dgm:choose name="casesForFirstAndLastNode">
            <dgm:if name="startNode" axis="self" ptType="node" func="pos" op="equ" val="1">
              <dgm:choose name="removeLineWhenOnlyOneNode">
                <dgm:if name="ifOnlyOneNode" axis="followSib" ptType="node" func="cnt" op="equ" val="0">
                  <dgm:shape xmlns:r="http://schemas.openxmlformats.org/officeDocument/2006/relationships" type="rect" r:blip="">
                    <dgm:adjLst/>
                  </dgm:shape>
                </dgm:if>
                <dgm:else name="ifMoreThanOneNode">
                  <dgm:choose name="Name18">
                    <dgm:if name="Name19" func="var" arg="dir" op="equ" val="norm">
                      <dgm:shape xmlns:r="http://schemas.openxmlformats.org/officeDocument/2006/relationships" type="homePlate" r:blip="">
                        <dgm:adjLst>
                          <dgm:adj idx="1" val="0.4"/>
                        </dgm:adjLst>
                      </dgm:shape>
                    </dgm:if>
                    <dgm:else name="Name20">
                      <dgm:shape xmlns:r="http://schemas.openxmlformats.org/officeDocument/2006/relationships" rot="180" type="homePlate" r:blip="">
                        <dgm:adjLst>
                          <dgm:adj idx="1" val="0.4"/>
                        </dgm:adjLst>
                      </dgm:shape>
                    </dgm:else>
                  </dgm:choose>
                </dgm:else>
              </dgm:choose>
            </dgm:if>
            <dgm:else name="notStartNode">
              <dgm:choose name="Name22">
                <dgm:if name="Name23" axis="self" ptType="node" func="revPos" op="equ" val="1">
                  <dgm:choose name="Name24">
                    <dgm:if name="Name25" func="var" arg="dir" op="equ" val="norm">
                      <dgm:shape xmlns:r="http://schemas.openxmlformats.org/officeDocument/2006/relationships" rot="180" type="homePlate" r:blip="">
                        <dgm:adjLst>
                          <dgm:adj idx="1" val="0.4"/>
                        </dgm:adjLst>
                      </dgm:shape>
                    </dgm:if>
                    <dgm:else name="Name26">
                      <dgm:shape xmlns:r="http://schemas.openxmlformats.org/officeDocument/2006/relationships" type="homePlate" r:blip="">
                        <dgm:adjLst>
                          <dgm:adj idx="1" val="0.4"/>
                        </dgm:adjLst>
                      </dgm:shape>
                    </dgm:else>
                  </dgm:choose>
                </dgm:if>
                <dgm:else name="Name27">
                  <dgm:shape xmlns:r="http://schemas.openxmlformats.org/officeDocument/2006/relationships" type="hexagon" r:blip="">
                    <dgm:adjLst>
                      <dgm:adj idx="1" val="0.4"/>
                    </dgm:adjLst>
                  </dgm:shape>
                </dgm:else>
              </dgm:choose>
            </dgm:else>
          </dgm:choose>
          <dgm:presOf axis="self" ptType="node"/>
          <dgm:constrLst>
            <dgm:constr type="lMarg" refType="primFontSz" fact="0.6"/>
            <dgm:constr type="rMarg" refType="primFontSz" fact="0.6"/>
            <dgm:constr type="tMarg" refType="primFontSz" fact="0.6"/>
            <dgm:constr type="bMarg" refType="primFontSz" fact="0.6"/>
          </dgm:constrLst>
          <dgm:ruleLst>
            <dgm:rule type="primFontSz" val="11" fact="NaN" max="NaN"/>
          </dgm:ruleLst>
        </dgm:layoutNode>
        <dgm:layoutNode name="Childtext1" styleLbl="revTx" moveWith="Parent1">
          <dgm:varLst>
            <dgm:chMax val="0"/>
            <dgm:chPref val="0"/>
            <dgm:bulletEnabled/>
          </dgm:varLst>
          <dgm:choose name="casesForTxtDirLogic1">
            <dgm:if name="Name77" axis="self" ptType="node" func="posOdd" op="equ" val="1">
              <dgm:alg type="tx">
                <dgm:param type="txAnchorVert" val="b"/>
                <dgm:param type="txAnchorHorz" val="ctr"/>
                <dgm:param type="parTxRTLAlign" val="ctr"/>
                <dgm:param type="parTxLTRAlign" val="ctr"/>
              </dgm:alg>
            </dgm:if>
            <dgm:else name="Name88">
              <dgm:alg type="tx">
                <dgm:param type="txAnchorVert" val="t"/>
                <dgm:param type="txAnchorHorz" val="ctr"/>
                <dgm:param type="parTxRTLAlign" val="ctr"/>
                <dgm:param type="parTxLTRAlign" val="ctr"/>
              </dgm:alg>
            </dgm:else>
          </dgm:choose>
          <dgm:shape xmlns:r="http://schemas.openxmlformats.org/officeDocument/2006/relationships" type="rect" r:blip="">
            <dgm:adjLst/>
          </dgm:shape>
          <dgm:constrLst>
            <dgm:constr type="lMarg"/>
            <dgm:constr type="rMarg"/>
            <dgm:constr type="tMarg" refType="primFontSz" fact="0.7"/>
            <dgm:constr type="bMarg" refType="primFontSz" fact="0.7"/>
          </dgm:constrLst>
          <dgm:presOf axis="ch" ptType="node"/>
          <dgm:ruleLst>
            <dgm:rule type="primFontSz" val="11" fact="NaN" max="NaN"/>
          </dgm:ruleLst>
        </dgm:layoutNode>
        <dgm:layoutNode name="ConnectLine" styleLbl="sibTrans1D1" moveWith="Parent1">
          <dgm:alg type="sp"/>
          <dgm:shape xmlns:r="http://schemas.openxmlformats.org/officeDocument/2006/relationships" type="line" r:blip="">
            <dgm:adjLst/>
            <dgm:extLst>
              <a:ext uri="{B698B0E9-8C71-41B9-8309-B3DCBF30829C}">
                <dgm1612:spPr xmlns:dgm1612="http://schemas.microsoft.com/office/drawing/2016/12/diagram">
                  <a:ln w="12700">
                    <a:prstDash val="dash"/>
                  </a:ln>
                </dgm1612:spPr>
              </a:ext>
            </dgm:extLst>
          </dgm:shape>
          <dgm:presOf/>
          <dgm:constrLst/>
        </dgm:layoutNode>
        <dgm:layoutNode name="ConnectLineEnd" styleLbl="node1" moveWith="Parent1">
          <dgm:alg type="sp"/>
          <dgm:shape xmlns:r="http://schemas.openxmlformats.org/officeDocument/2006/relationships" type="rect" r:blip="">
            <dgm:adjLst/>
          </dgm:shape>
          <dgm:presOf/>
          <dgm:constrLst/>
        </dgm:layoutNode>
        <dgm:layoutNode name="EmptyPane" moveWith="Parent1">
          <dgm:alg type="sp"/>
          <dgm:shape xmlns:r="http://schemas.openxmlformats.org/officeDocument/2006/relationships" r:blip="">
            <dgm:adjLst/>
          </dgm:shape>
          <dgm:presOf/>
          <dgm:constrLst/>
        </dgm:layoutNode>
      </dgm:layoutNode>
      <dgm:forEach name="Name28" axis="followSib" ptType="sibTrans" cnt="1">
        <dgm:layoutNode name="spaceBetweenRectangles" styleLbl="fgAcc1">
          <dgm:alg type="conn">
            <dgm:param type="dim" val="1D"/>
            <dgm:param type="srcNode" val="Parent1"/>
            <dgm:param type="dstNode" val="Parent1"/>
            <dgm:param type="begPts" val="midR"/>
            <dgm:param type="endPts" val="midL"/>
            <dgm:param type="endSty" val="noArr"/>
          </dgm:alg>
          <dgm:shape xmlns:r="http://schemas.openxmlformats.org/officeDocument/2006/relationships" type="conn" r:blip="" zOrderOff="-2">
            <dgm:adjLst/>
          </dgm:shape>
          <dgm:presOf/>
          <dgm:constrLst>
            <dgm:constr type="connDist"/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CFAEC33-F738-45EF-AB3D-881D3D2B1DF1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2025/12/22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A823BED-889D-4675-B830-85EC3976F687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1102261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C9E0880-C796-42AD-94CE-27F5628D05FE}" type="datetime1">
              <a:rPr lang="zh-TW" altLang="en-US" noProof="0" smtClean="0"/>
              <a:t>2025/12/22</a:t>
            </a:fld>
            <a:endParaRPr lang="zh-TW" altLang="en-US" noProof="0" dirty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 dirty="0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52F7FBCA-4BE8-4FB5-91BD-69C6AC6BDB5D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7112367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2F7FBCA-4BE8-4FB5-91BD-69C6AC6BDB5D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75544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rtlCol="0"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 rtlCol="0"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zh-TW" altLang="en-US" noProof="0"/>
              <a:t>按一下以編輯母片子標題樣式</a:t>
            </a:r>
            <a:endParaRPr lang="zh-TW" altLang="en-US" noProof="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rtl="0"/>
            <a:fld id="{530047F9-C0AC-4B34-9426-6EF161DC71A5}" type="datetime1">
              <a:rPr lang="zh-TW" altLang="en-US" noProof="0" smtClean="0"/>
              <a:t>2025/12/22</a:t>
            </a:fld>
            <a:endParaRPr lang="zh-TW" altLang="en-US" noProof="0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pPr rtl="0"/>
            <a:endParaRPr lang="zh-TW" altLang="en-US" noProof="0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pPr rtl="0"/>
            <a:fld id="{4FAB73BC-B049-4115-A692-8D63A059BFB8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  <a:endParaRPr lang="zh-TW" altLang="en-US" noProof="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40F755-F0C1-4B63-A267-63345C9D3FA2}" type="datetime1">
              <a:rPr lang="zh-TW" altLang="en-US" noProof="0" smtClean="0"/>
              <a:t>2025/12/22</a:t>
            </a:fld>
            <a:endParaRPr lang="zh-TW" altLang="en-US" noProof="0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rtlCol="0"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rtlCol="0"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4365753-CA7A-4A16-9A22-BC9ED26E07C3}" type="datetime1">
              <a:rPr lang="zh-TW" altLang="en-US" noProof="0" smtClean="0"/>
              <a:t>2025/12/22</a:t>
            </a:fld>
            <a:endParaRPr lang="zh-TW" altLang="en-US" noProof="0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  <a:endParaRPr lang="zh-TW" altLang="en-US" noProof="0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  <a:endParaRPr lang="zh-TW" altLang="en-US" noProof="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BCB4B7C-F5F9-45AC-876B-369F7235FA7B}" type="datetime1">
              <a:rPr lang="zh-TW" altLang="en-US" noProof="0" smtClean="0"/>
              <a:t>2025/12/22</a:t>
            </a:fld>
            <a:endParaRPr lang="zh-TW" altLang="en-US" noProof="0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9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rtlCol="0"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 rtlCol="0"/>
          <a:lstStyle>
            <a:lvl1pPr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  <a:endParaRPr lang="zh-TW" altLang="en-US" noProof="0" dirty="0"/>
          </a:p>
        </p:txBody>
      </p:sp>
      <p:sp>
        <p:nvSpPr>
          <p:cNvPr id="5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rtlCol="0"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zh-TW" altLang="en-US" noProof="0"/>
              <a:t>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 rtlCol="0"/>
          <a:lstStyle>
            <a:lvl1pPr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  <a:endParaRPr lang="zh-TW" altLang="en-US" noProof="0" dirty="0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931F3ABA-C10D-4890-838A-30CBFBDE2AFD}" type="datetime1">
              <a:rPr lang="zh-TW" altLang="en-US" noProof="0" smtClean="0"/>
              <a:t>2025/12/22</a:t>
            </a:fld>
            <a:endParaRPr lang="zh-TW" altLang="en-US" noProof="0" dirty="0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 dirty="0"/>
          </a:p>
        </p:txBody>
      </p:sp>
      <p:sp>
        <p:nvSpPr>
          <p:cNvPr id="9" name="投影片編號預留位置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4FAB73BC-B049-4115-A692-8D63A059BFB8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590016-098B-4AC3-8A2D-5A3C56E04092}" type="datetime1">
              <a:rPr lang="zh-TW" altLang="en-US" noProof="0" smtClean="0"/>
              <a:t>2025/12/22</a:t>
            </a:fld>
            <a:endParaRPr lang="zh-TW" altLang="en-US" noProof="0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79652DE-1D83-4F97-AB63-56DA7C8574C1}" type="datetime1">
              <a:rPr lang="zh-TW" altLang="en-US" noProof="0" smtClean="0"/>
              <a:t>2025/12/22</a:t>
            </a:fld>
            <a:endParaRPr lang="zh-TW" altLang="en-US" noProof="0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rtlCol="0" anchor="b">
            <a:normAutofit/>
          </a:bodyPr>
          <a:lstStyle>
            <a:lvl1pPr>
              <a:defRPr sz="3200" b="0" baseline="0"/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  <a:endParaRPr lang="zh-TW" altLang="en-US" noProof="0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 rtlCol="0"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9B2E219-80CD-415C-B632-85E62F2C74FC}" type="datetime1">
              <a:rPr lang="zh-TW" altLang="en-US" noProof="0" smtClean="0"/>
              <a:t>2025/12/22</a:t>
            </a:fld>
            <a:endParaRPr lang="zh-TW" altLang="en-US" noProof="0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rtlCol="0"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圖片版面配置區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rtlCol="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 noProof="0"/>
              <a:t>按一下圖示以新增圖片</a:t>
            </a:r>
            <a:endParaRPr lang="zh-TW" altLang="en-US" noProof="0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2ACDEEB-EEB8-4E83-8C52-DB4EDA987362}" type="datetime1">
              <a:rPr lang="zh-TW" altLang="en-US" noProof="0" smtClean="0"/>
              <a:t>2025/12/22</a:t>
            </a:fld>
            <a:endParaRPr lang="zh-TW" altLang="en-US" noProof="0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  <a:endParaRPr lang="zh-TW" altLang="en-US" noProof="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700C5F-EE3D-41A1-907F-52CC52A4E7F9}" type="datetime1">
              <a:rPr lang="zh-TW" altLang="en-US" noProof="0" smtClean="0"/>
              <a:t>2025/12/22</a:t>
            </a:fld>
            <a:endParaRPr lang="zh-TW" altLang="en-US" noProof="0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 rtlCol="0"/>
          <a:lstStyle/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 rtlCol="0"/>
          <a:lstStyle/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  <a:endParaRPr lang="zh-TW" altLang="en-US" noProof="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510D45-64BC-4D1C-A1FD-E227EE8F15C9}" type="datetime1">
              <a:rPr lang="zh-TW" altLang="en-US" noProof="0" smtClean="0"/>
              <a:t>2025/12/22</a:t>
            </a:fld>
            <a:endParaRPr lang="zh-TW" altLang="en-US" noProof="0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預留位置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4731ADE5-B9BD-4B8F-99A8-ABC344ACF063}" type="datetime1">
              <a:rPr lang="zh-TW" altLang="en-US" noProof="0" smtClean="0"/>
              <a:t>2025/12/22</a:t>
            </a:fld>
            <a:endParaRPr lang="zh-TW" altLang="en-US" noProof="0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4FAB73BC-B049-4115-A692-8D63A059BFB8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dprinting.com.tw/front/?gad_source=1&amp;gad_campaignid=20953880531&amp;gbraid=0AAAAADrq1jvOVqyBzmllDs2XDdxAV9xwu&amp;gclid=Cj0KCQiA0p7KBhCkARIsAE6Xlakjajpbah-D9MF9u1ZJaG1LYGYnULFDShAJlK0mALnaUBsNxs2f3JAaAtDyEALw_wcB" TargetMode="External"/><Relationship Id="rId2" Type="http://schemas.openxmlformats.org/officeDocument/2006/relationships/hyperlink" Target="https://gainhow.tw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opys.com.tw/index.php?lang=tw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書頁的特寫">
            <a:extLst>
              <a:ext uri="{FF2B5EF4-FFF2-40B4-BE49-F238E27FC236}">
                <a16:creationId xmlns:a16="http://schemas.microsoft.com/office/drawing/2014/main" id="{E8B6E499-B9AF-4C9F-9B5A-1EFCE8B402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740" r="9545"/>
          <a:stretch/>
        </p:blipFill>
        <p:spPr>
          <a:xfrm>
            <a:off x="452761" y="10"/>
            <a:ext cx="5643239" cy="685799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DAE48B8D-7A59-42A4-A61B-B66E6063DD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5462" y="1803399"/>
            <a:ext cx="5311604" cy="1007533"/>
          </a:xfrm>
        </p:spPr>
        <p:txBody>
          <a:bodyPr rtlCol="0">
            <a:normAutofit/>
          </a:bodyPr>
          <a:lstStyle/>
          <a:p>
            <a:r>
              <a:rPr lang="zh-TW" altLang="en-US" sz="4400" dirty="0"/>
              <a:t>影印</a:t>
            </a:r>
            <a:r>
              <a:rPr lang="zh-TW" altLang="en-US" sz="44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裝訂公司網頁</a:t>
            </a:r>
            <a:endParaRPr lang="en-US" altLang="zh-TW" sz="44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3871044-9D2C-42D1-8B31-E3D6F11C60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9688" y="4800600"/>
            <a:ext cx="3950503" cy="1691640"/>
          </a:xfrm>
        </p:spPr>
        <p:txBody>
          <a:bodyPr rtlCol="0">
            <a:normAutofit/>
          </a:bodyPr>
          <a:lstStyle/>
          <a:p>
            <a:pPr rtl="0"/>
            <a:r>
              <a:rPr lang="zh-TW" altLang="en-US" dirty="0">
                <a:solidFill>
                  <a:schemeClr val="tx1">
                    <a:lumMod val="8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劉昀昀</a:t>
            </a:r>
          </a:p>
        </p:txBody>
      </p:sp>
    </p:spTree>
    <p:extLst>
      <p:ext uri="{BB962C8B-B14F-4D97-AF65-F5344CB8AC3E}">
        <p14:creationId xmlns:p14="http://schemas.microsoft.com/office/powerpoint/2010/main" val="3226644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8751F0-3EC6-4BF1-A164-F96A0E732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發想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FB3A6FB-FEED-48F5-A51D-9CD4CF824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931333"/>
          </a:xfrm>
        </p:spPr>
        <p:txBody>
          <a:bodyPr>
            <a:noAutofit/>
          </a:bodyPr>
          <a:lstStyle/>
          <a:p>
            <a:r>
              <a:rPr lang="zh-TW" altLang="en-US" sz="2800" dirty="0"/>
              <a:t>家裡經營裝訂與後加工相關產業，過去多以傳統方式對外聯繫，缺乏完整的網站介紹。藉由這次製作網頁的機會，嘗試將公司的服務內容與技術特色清楚呈現，同時實際運用所學的網頁技術，為傳統產業建立基本的線上形象。</a:t>
            </a:r>
          </a:p>
        </p:txBody>
      </p:sp>
    </p:spTree>
    <p:extLst>
      <p:ext uri="{BB962C8B-B14F-4D97-AF65-F5344CB8AC3E}">
        <p14:creationId xmlns:p14="http://schemas.microsoft.com/office/powerpoint/2010/main" val="1795688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4D1AF412-6536-41EE-B989-F68E49ACE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製作</a:t>
            </a:r>
            <a:r>
              <a:rPr lang="ja-JP" altLang="en-US" dirty="0"/>
              <a:t>時間</a:t>
            </a:r>
            <a:r>
              <a:rPr lang="en-US" altLang="ja-JP" dirty="0"/>
              <a:t>(12</a:t>
            </a:r>
            <a:r>
              <a:rPr lang="zh-TW" altLang="en-US" dirty="0"/>
              <a:t>月</a:t>
            </a:r>
            <a:r>
              <a:rPr lang="en-US" altLang="ja-JP" dirty="0"/>
              <a:t>)</a:t>
            </a:r>
            <a:endParaRPr lang="zh-TW" altLang="en-US" dirty="0"/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1C34A04A-B79C-4DB2-B63D-7D5E5E4576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預計製作時間</a:t>
            </a:r>
          </a:p>
        </p:txBody>
      </p:sp>
      <p:sp>
        <p:nvSpPr>
          <p:cNvPr id="10" name="文字版面配置區 9">
            <a:extLst>
              <a:ext uri="{FF2B5EF4-FFF2-40B4-BE49-F238E27FC236}">
                <a16:creationId xmlns:a16="http://schemas.microsoft.com/office/drawing/2014/main" id="{7408503D-9A4E-4AE3-900F-D5E027E9BC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61871" y="4488498"/>
            <a:ext cx="4480560" cy="504615"/>
          </a:xfrm>
        </p:spPr>
        <p:txBody>
          <a:bodyPr/>
          <a:lstStyle/>
          <a:p>
            <a:r>
              <a:rPr lang="zh-TW" altLang="en-US" dirty="0"/>
              <a:t>實際製作時間</a:t>
            </a:r>
          </a:p>
        </p:txBody>
      </p:sp>
      <p:graphicFrame>
        <p:nvGraphicFramePr>
          <p:cNvPr id="14" name="內容版面配置區 2" descr="SmartArt 時間表預留位置">
            <a:extLst>
              <a:ext uri="{FF2B5EF4-FFF2-40B4-BE49-F238E27FC236}">
                <a16:creationId xmlns:a16="http://schemas.microsoft.com/office/drawing/2014/main" id="{8CBC478B-93EB-45CE-A0A9-AA93C770890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20992017"/>
              </p:ext>
            </p:extLst>
          </p:nvPr>
        </p:nvGraphicFramePr>
        <p:xfrm>
          <a:off x="1262063" y="2508250"/>
          <a:ext cx="9135004" cy="1191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5" name="內容版面配置區 2" descr="SmartArt 時間表預留位置">
            <a:extLst>
              <a:ext uri="{FF2B5EF4-FFF2-40B4-BE49-F238E27FC236}">
                <a16:creationId xmlns:a16="http://schemas.microsoft.com/office/drawing/2014/main" id="{1F7FF2D3-F729-486B-A460-2003FA5EE670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358805261"/>
              </p:ext>
            </p:extLst>
          </p:nvPr>
        </p:nvGraphicFramePr>
        <p:xfrm>
          <a:off x="1261871" y="5129528"/>
          <a:ext cx="9135003" cy="1191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080954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93F797E3-4251-480B-BEE0-C40451F90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使用工具</a:t>
            </a:r>
            <a:r>
              <a:rPr lang="en-US" altLang="zh-TW" dirty="0"/>
              <a:t>&amp;</a:t>
            </a:r>
            <a:r>
              <a:rPr lang="zh-TW" altLang="en-US" dirty="0"/>
              <a:t>圖片來源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316DBD5E-B0B2-4D17-87DE-81A003A28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使用工具</a:t>
            </a:r>
            <a:r>
              <a:rPr lang="en-US" altLang="zh-TW" dirty="0"/>
              <a:t>:</a:t>
            </a:r>
            <a:endParaRPr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ADB291C1-1320-43B0-B947-D303DB83A58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TW" dirty="0"/>
              <a:t>HTML</a:t>
            </a:r>
          </a:p>
          <a:p>
            <a:r>
              <a:rPr lang="en-US" altLang="zh-TW" dirty="0"/>
              <a:t>CSS</a:t>
            </a:r>
          </a:p>
          <a:p>
            <a:r>
              <a:rPr lang="en-US" altLang="zh-TW" dirty="0"/>
              <a:t>Bootstrap</a:t>
            </a:r>
          </a:p>
          <a:p>
            <a:r>
              <a:rPr lang="en-US" altLang="zh-TW" dirty="0"/>
              <a:t>JavaScript</a:t>
            </a:r>
            <a:endParaRPr lang="zh-TW" altLang="en-US" dirty="0"/>
          </a:p>
        </p:txBody>
      </p:sp>
      <p:sp>
        <p:nvSpPr>
          <p:cNvPr id="10" name="文字版面配置區 9">
            <a:extLst>
              <a:ext uri="{FF2B5EF4-FFF2-40B4-BE49-F238E27FC236}">
                <a16:creationId xmlns:a16="http://schemas.microsoft.com/office/drawing/2014/main" id="{DB0CF961-A547-477E-A777-FE152E15BA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TW" altLang="en-US" dirty="0"/>
              <a:t>圖片來源</a:t>
            </a:r>
            <a:r>
              <a:rPr lang="en-US" altLang="zh-TW" dirty="0"/>
              <a:t>:</a:t>
            </a:r>
            <a:endParaRPr lang="zh-TW" altLang="en-US" dirty="0"/>
          </a:p>
        </p:txBody>
      </p:sp>
      <p:sp>
        <p:nvSpPr>
          <p:cNvPr id="11" name="內容版面配置區 10">
            <a:extLst>
              <a:ext uri="{FF2B5EF4-FFF2-40B4-BE49-F238E27FC236}">
                <a16:creationId xmlns:a16="http://schemas.microsoft.com/office/drawing/2014/main" id="{383CFFE1-CEC0-45C3-8466-1E34619DC4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2507550"/>
            <a:ext cx="4480560" cy="3664650"/>
          </a:xfrm>
        </p:spPr>
        <p:txBody>
          <a:bodyPr/>
          <a:lstStyle/>
          <a:p>
            <a:r>
              <a:rPr lang="zh-TW" altLang="en-US" dirty="0"/>
              <a:t>產品圖片</a:t>
            </a:r>
            <a:r>
              <a:rPr lang="en-US" altLang="zh-TW" dirty="0"/>
              <a:t>:</a:t>
            </a:r>
            <a:r>
              <a:rPr lang="zh-TW" altLang="en-US" dirty="0"/>
              <a:t>自家拍攝</a:t>
            </a:r>
            <a:endParaRPr lang="en-US" altLang="zh-TW" dirty="0"/>
          </a:p>
          <a:p>
            <a:r>
              <a:rPr lang="zh-TW" altLang="en-US" dirty="0"/>
              <a:t>背景與橫幅</a:t>
            </a:r>
            <a:r>
              <a:rPr lang="en-US" altLang="zh-TW" dirty="0"/>
              <a:t>: </a:t>
            </a:r>
            <a:r>
              <a:rPr lang="en-US" altLang="zh-TW" dirty="0" err="1"/>
              <a:t>ChatGPT</a:t>
            </a:r>
            <a:r>
              <a:rPr lang="zh-TW" altLang="en-US" dirty="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509437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66B4D788-BB2C-4008-AC8D-C014AA5A1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參考資料</a:t>
            </a:r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2FE819BF-6E6C-41CF-BA2B-E0EE79B53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795595" cy="4351337"/>
          </a:xfrm>
        </p:spPr>
        <p:txBody>
          <a:bodyPr/>
          <a:lstStyle/>
          <a:p>
            <a:r>
              <a:rPr lang="zh-TW" altLang="en-US" dirty="0">
                <a:hlinkClick r:id="rId2"/>
              </a:rPr>
              <a:t>健豪雲端數位網</a:t>
            </a:r>
            <a:r>
              <a:rPr lang="en-US" altLang="zh-TW" dirty="0">
                <a:hlinkClick r:id="rId2"/>
              </a:rPr>
              <a:t>: https://gainhow.tw/</a:t>
            </a:r>
          </a:p>
          <a:p>
            <a:r>
              <a:rPr lang="zh-TW" altLang="en-US" dirty="0"/>
              <a:t>經典數位印刷</a:t>
            </a:r>
            <a:r>
              <a:rPr lang="en-US" altLang="zh-TW" dirty="0"/>
              <a:t>:</a:t>
            </a:r>
            <a:r>
              <a:rPr lang="en-US" altLang="zh-TW" dirty="0">
                <a:hlinkClick r:id="rId3"/>
              </a:rPr>
              <a:t>https://www.jdprinting.com.tw/front/?gad_source=1&amp;gad_campaignid=20953880531&amp;gbraid=0AAAAADrq1jvOVqyBzmllDs2XDdxAV9xwu&amp;gclid=Cj0KCQiA0p7KBhCkARIsAE6Xlakjajpbah-D9MF9u1ZJaG1LYGYnULFDShAJlK0mALnaUBsNxs2f3JAaAtDyEALw_wcB</a:t>
            </a:r>
            <a:endParaRPr lang="zh-TW" altLang="en-US" dirty="0"/>
          </a:p>
          <a:p>
            <a:r>
              <a:rPr lang="zh-TW" altLang="en-US" dirty="0">
                <a:hlinkClick r:id="rId4"/>
              </a:rPr>
              <a:t>展晟彩印集團</a:t>
            </a:r>
            <a:r>
              <a:rPr lang="en-US" altLang="zh-TW" dirty="0">
                <a:hlinkClick r:id="rId4"/>
              </a:rPr>
              <a:t>:https://www.copys.com.tw/index.php?lang=tw</a:t>
            </a:r>
            <a:endParaRPr lang="zh-TW" altLang="en-US" dirty="0">
              <a:hlinkClick r:id="rId4"/>
            </a:endParaRPr>
          </a:p>
          <a:p>
            <a:r>
              <a:rPr lang="en-US" altLang="zh-TW" dirty="0">
                <a:hlinkClick r:id="rId4"/>
              </a:rPr>
              <a:t>W3schools:https://www.w3schools.com/howto/default.asp</a:t>
            </a:r>
            <a:br>
              <a:rPr lang="zh-TW" altLang="en-US" dirty="0">
                <a:hlinkClick r:id="rId4"/>
              </a:rPr>
            </a:br>
            <a:endParaRPr lang="en-US" altLang="zh-TW" dirty="0">
              <a:hlinkClick r:id="rId2"/>
            </a:endParaRPr>
          </a:p>
          <a:p>
            <a:endParaRPr lang="en-US" altLang="zh-TW" dirty="0">
              <a:hlinkClick r:id="rId2"/>
            </a:endParaRPr>
          </a:p>
          <a:p>
            <a:endParaRPr lang="zh-TW" altLang="en-US" dirty="0">
              <a:hlinkClick r:id="rId2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79873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2B31CF3-69F6-42ED-9C7D-A17C013A8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遇到難題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39A96FB-34E3-40D2-8843-2635A88B8A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問題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D4809C0-6AD7-4439-B96A-9AE75CD6221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TW" altLang="en-US" dirty="0"/>
              <a:t>線上查價論文項目中因有分全版、共版、有板及數位燙金，無法正常使用數量相加來取得正確金額，但也有其他品項是可利用單價相加取得的金額。</a:t>
            </a:r>
            <a:endParaRPr lang="en-US" altLang="zh-TW" dirty="0"/>
          </a:p>
          <a:p>
            <a:r>
              <a:rPr lang="zh-TW" altLang="en-US" dirty="0"/>
              <a:t>例</a:t>
            </a:r>
            <a:r>
              <a:rPr lang="en-US" altLang="zh-TW" dirty="0"/>
              <a:t>:</a:t>
            </a:r>
          </a:p>
          <a:p>
            <a:pPr marL="0" indent="0">
              <a:buNone/>
            </a:pPr>
            <a:r>
              <a:rPr lang="zh-TW" altLang="en-US" dirty="0"/>
              <a:t>   一本全版論文</a:t>
            </a:r>
            <a:r>
              <a:rPr lang="en-US" altLang="zh-TW" dirty="0"/>
              <a:t>:</a:t>
            </a:r>
            <a:r>
              <a:rPr lang="zh-TW" altLang="en-US" dirty="0"/>
              <a:t>全版</a:t>
            </a:r>
            <a:r>
              <a:rPr lang="en-US" altLang="zh-TW" dirty="0"/>
              <a:t>($1050)+</a:t>
            </a:r>
            <a:r>
              <a:rPr lang="zh-TW" altLang="en-US" dirty="0"/>
              <a:t>本數</a:t>
            </a:r>
            <a:r>
              <a:rPr lang="en-US" altLang="zh-TW" dirty="0"/>
              <a:t>1($135)=$1185</a:t>
            </a:r>
          </a:p>
          <a:p>
            <a:pPr marL="0" indent="0">
              <a:buNone/>
            </a:pPr>
            <a:r>
              <a:rPr lang="zh-TW" altLang="en-US" dirty="0"/>
              <a:t>兩本全版論文</a:t>
            </a:r>
            <a:r>
              <a:rPr lang="en-US" altLang="zh-TW" dirty="0"/>
              <a:t>:</a:t>
            </a:r>
            <a:r>
              <a:rPr lang="zh-TW" altLang="en-US" dirty="0"/>
              <a:t>全版</a:t>
            </a:r>
            <a:r>
              <a:rPr lang="en-US" altLang="zh-TW" dirty="0"/>
              <a:t>($1050)+</a:t>
            </a:r>
            <a:r>
              <a:rPr lang="zh-TW" altLang="en-US" dirty="0"/>
              <a:t>本數</a:t>
            </a:r>
            <a:r>
              <a:rPr lang="en-US" altLang="zh-TW" dirty="0"/>
              <a:t>2($135)=$1320</a:t>
            </a:r>
          </a:p>
          <a:p>
            <a:pPr marL="0" indent="0">
              <a:buNone/>
            </a:pPr>
            <a:endParaRPr lang="en-US" altLang="zh-TW" dirty="0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10034AB4-7C79-4E7E-A78B-0EF0F1BC59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TW" altLang="en-US" dirty="0"/>
              <a:t>解決方式</a:t>
            </a:r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1D73C077-862F-4109-BC81-BD18E82A2B0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zh-TW" altLang="en-US" dirty="0"/>
              <a:t>諮詢</a:t>
            </a:r>
            <a:r>
              <a:rPr lang="en-US" altLang="zh-TW" dirty="0" err="1"/>
              <a:t>ChatGPT</a:t>
            </a:r>
            <a:r>
              <a:rPr lang="zh-TW" altLang="en-US" dirty="0"/>
              <a:t>，改用「最後兩個級距的總價差」，當作每多一本的加價。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CC6848B-C452-41B2-A0C9-294596070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3730968"/>
            <a:ext cx="4928364" cy="136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872341"/>
      </p:ext>
    </p:extLst>
  </p:cSld>
  <p:clrMapOvr>
    <a:masterClrMapping/>
  </p:clrMapOvr>
</p:sld>
</file>

<file path=ppt/theme/theme1.xml><?xml version="1.0" encoding="utf-8"?>
<a:theme xmlns:a="http://schemas.openxmlformats.org/drawingml/2006/main" name="檢視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4218_TF67347921.potx" id="{4309BC9E-138B-44CB-8B4F-DDC415146B13}" vid="{208763E8-9C37-46E1-A3B4-85D107D0E952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BC17B96-44E1-4D27-8275-49488FA5EBD9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1F3672F-4ECD-442D-A450-8D0D8AE9AB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274086-DBC4-4534-ADD1-A99867C702D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視野設計</Template>
  <TotalTime>0</TotalTime>
  <Words>361</Words>
  <Application>Microsoft Office PowerPoint</Application>
  <PresentationFormat>寬螢幕</PresentationFormat>
  <Paragraphs>51</Paragraphs>
  <Slides>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Microsoft JhengHei UI</vt:lpstr>
      <vt:lpstr>Arial</vt:lpstr>
      <vt:lpstr>Wingdings 2</vt:lpstr>
      <vt:lpstr>檢視</vt:lpstr>
      <vt:lpstr>影印裝訂公司網頁</vt:lpstr>
      <vt:lpstr>發想</vt:lpstr>
      <vt:lpstr>製作時間(12月)</vt:lpstr>
      <vt:lpstr>使用工具&amp;圖片來源</vt:lpstr>
      <vt:lpstr>參考資料</vt:lpstr>
      <vt:lpstr>遇到難題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2025-12-21T23:39:17Z</dcterms:created>
  <dcterms:modified xsi:type="dcterms:W3CDTF">2025-12-22T01:19:47Z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